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4E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AC0"/>
                </a:solidFill>
                <a:latin typeface="Calibri"/>
              </a:rPr>
              <a:t>2026-04-07    v4.0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第一段：基礎架構（Slides 3–5）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802.11 RF 信號路徑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PHY / MAC 與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OSI 7 層 vs Windows 元件對應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第二段：Windows 驅動堆疊（Slides 6–13）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OEM.sys / nwifi.sys / NDIS / WDI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CSI 消失點分析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第三段：替代方案（Slides 14–17）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Linux 生態 vs Windows 限制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硬體選型建議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第四段：結語與建議（Slides 18–20）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3F5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6FA5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4A6FA5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4A6FA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4A6FA5"/>
                </a:solidFill>
                <a:latin typeface="Calibri"/>
              </a:rPr>
              <a:t>信號數位化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4A6FA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4A6FA5"/>
                </a:solidFill>
                <a:latin typeface="Calibri"/>
              </a:rPr>
              <a:t>子載波分離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4A6FA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4A6FA5"/>
                </a:solidFill>
                <a:latin typeface="Calibri"/>
              </a:rPr>
              <a:t>封包還原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4A6FA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4A6FA5"/>
                </a:solidFill>
                <a:latin typeface="Calibri"/>
              </a:rPr>
              <a:t>上送至驅動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A5"/>
                </a:solidFill>
                <a:latin typeface="Calibri"/>
              </a:rPr>
              <a:t>RSSI（傳統方式）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整體接收功率（單一數值）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單位：dBm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無法區分多路徑效應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精度低，只反映總體信號強度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A5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CSI 不在 MAC 協定範圍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PHY 解調後存於 NIC 韌體暫存器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MAC 只收到已解調的 802.11 frame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結論：CSI 旅程的第一個截斷點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6FA5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84354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E7EA8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solidFill>
            <a:srgbClr val="202C3A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solidFill>
            <a:srgbClr val="283648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solidFill>
            <a:srgbClr val="2F3F55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solidFill>
            <a:srgbClr val="374962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solidFill>
            <a:srgbClr val="3E536F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solidFill>
            <a:srgbClr val="455D7C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solidFill>
            <a:srgbClr val="4D678A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5E7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solidFill>
            <a:srgbClr val="547197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Hardware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E7EA8"/>
                </a:solidFill>
                <a:latin typeface="Calibri"/>
              </a:rPr>
              <a:t>職責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直接與 NIC 硬體暫存器溝通（MMIO/PCI）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控制 RF 參數（頻道、頻寬、TX 功率）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管理 DMA 傳輸（TX/RX 封包緩衝）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實作 NDIS Miniport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上報硬體事件給 nwifi.sys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A5"/>
                </a:solidFill>
                <a:latin typeface="Calibri"/>
              </a:rPr>
              <a:t>範例（各廠商）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Intel：iwlwifi（Linux）/ netwtw*.sys（Windows）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Qualcomm/Atheros：ath*.sys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Broadcom：bcmwl*.sys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但它選擇不向上層暴露此資料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5E7EA8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5E7E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5E7EA8"/>
                </a:solidFill>
                <a:latin typeface="Calibri"/>
              </a:rPr>
              <a:t>RX 封包緩衝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5E7E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5E7EA8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5E7E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5E7EA8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5E7E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5E7EA8"/>
                </a:solidFill>
                <a:latin typeface="Calibri"/>
              </a:rPr>
              <a:t>IP 封包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5E7EA8"/>
                </a:solidFill>
              </a:rPr>
              <a:t>▶ 職責：802.11 連線管理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5E7EA8"/>
                </a:solidFill>
              </a:rPr>
              <a:t>▶ 向上暴露的介面：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SSID / RSSI / 連線狀態 / 頻道 / 連線速率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5E7EA8"/>
                </a:solidFill>
              </a:rPr>
              <a:t>⚠ 不暴露任何 PHY 層原始資料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設計目標是連線管理，不是 RF 量測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NDIS 設計目標：跨廠商通用介面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OID 機制提供：SSID / RSSI / 掃描 / 統計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A1A2E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5E7EA8"/>
                </a:solidFill>
              </a:rPr>
              <a:t>▶ 為什麼無法標準化 CSI？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Intel 5300：30 個子載波群組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Atheros AR9380：56 個子載波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結論：通用性的代價 = 丟棄廠商私有 PHY 細節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E7EA8"/>
                </a:solidFill>
                <a:latin typeface="Calibri"/>
              </a:rPr>
              <a:t>WDI 改變了什麼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WLAN Device Driver Interface（WDI）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Win10 引入，取代部分 NDIS WiFi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WDI 框架（KMDF，Kernel Mode）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降低藍屏風險（User Mode crash 不致命）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簡化 IHV 驅動開發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A5"/>
                </a:solidFill>
                <a:latin typeface="Calibri"/>
              </a:rPr>
              <a:t>WDI 對 CSI 的影響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架構更新，但 CSI 缺席問題未解決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5E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33455C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無法感知 CSI 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33455C"/>
          </a:solidFill>
          <a:ln w="12700">
            <a:solidFill>
              <a:srgbClr val="5E7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只處理 IP 封包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 定義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4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8F8F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474D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8F8F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8F8F"/>
                </a:solidFill>
                <a:latin typeface="Calibri"/>
              </a:rPr>
              <a:t>Linux 驅動架構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cfg80211：802.11 設定框架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mac80211：軟體 MAC 實作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部分驅動在此暴露 CSI 原始資料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A5"/>
                </a:solidFill>
                <a:latin typeface="Calibri"/>
              </a:rPr>
              <a:t>Windows 的根本差異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OEM.sys 為閉源二進位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NDIS 介面固定，無擴充 CSI 的機制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無等同 debugfs 的 PHY 資料介面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不是 Windows 的「bug」，是設計哲學差異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8F8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4F403A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7040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B87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653D23"/>
          </a:solidFill>
          <a:ln w="12700">
            <a:solidFill>
              <a:srgbClr val="B8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4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8F8F"/>
                </a:solidFill>
                <a:latin typeface="Calibri"/>
              </a:rPr>
              <a:t>CSI 在此計算完成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4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8F8F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B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B87040"/>
                </a:solidFill>
              </a:rPr>
              <a:t>1. 選硬體先確認 CSI 工具支援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B87040"/>
                </a:solidFill>
              </a:rPr>
              <a:t>2. 優先 Linux 環境採集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B87040"/>
                </a:solidFill>
              </a:rPr>
              <a:t>3. 避免的坑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OEM 私有 IOCTL（每次驅動更新後失效）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VM 取 CSI（時序精度受 Hypervisor 影響）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未在支援清單上的網卡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87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6FA5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