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大家好，今天的主題是「網卡與 OS 層的關係」。我們會從 RF 工程師最熟悉的 PHY 層出發，一路向上追溯到 Windows 的應用程式層，最後回答一個很多 RF 工程師都碰過的問題：為什麼在 Windows 上無法取得網卡的 CSI 資料？</a:t>
            </a:r>
          </a:p>
          <a:p/>
          <a:p>
            <a:r>
              <a:t>這份投影片設計給有 PHY/MAC 背景的工程師，所以我不會花太多時間在 RF 基礎，而是聚焦在 OS 軟體層的架構與限制。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今天的內容分四段。</a:t>
            </a:r>
          </a:p>
          <a:p/>
          <a:p>
            <a:r>
              <a:t>第一段從 PHY/MAC 基礎出發，確保大家對 CSI 的定義有共同的認知。第二段進入 Windows 的驅動架構，這是大多數 RF 工程師比較陌生的領域。第三段是今天的核心：為什麼 Linux 可以但 Windows 不行，以及有哪些替代方案。最後給出實際的硬體選型建議。</a:t>
            </a:r>
          </a:p>
          <a:p/>
          <a:p>
            <a:r>
              <a:t>整個演講大約 45 到 60 分鐘，最後留時間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這張圖應該是大家最熟悉的起點。從天線接收到 RF 信號後，經過 ADC 轉換成數位信號，再透過 OFDM 解調把各個子載波分離出來，最後解碼成 802.11 frame。</a:t>
            </a:r>
          </a:p>
          <a:p/>
          <a:p>
            <a:r>
              <a:t>關鍵點在這裡：CSI 的計算發生在 OFDM 解調這個步驟。每個子載波在解調過程中，NIC 的 DSP 會計算出複數增益，這就是 CSI 的來源。這個資料此時還在 NIC 的韌體裡，尚未進入任何 OS 軟體層。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在座各位應該都知道 RSSI，但我還是簡單對比一下。RSSI 是整個頻帶的總接收功率，是一個純量值，單位 dBm。它告訴你「訊號有多強」，但不告訴你「通道長什麼樣子」。</a:t>
            </a:r>
          </a:p>
          <a:p/>
          <a:p>
            <a:r>
              <a:t>CSI 則是每個 OFDM 子載波的複數增益，包含振幅和相位。802.11n 的情況下，IWL5300 會報告 30 個子載波群組的 CSI。這個資訊豐富多了——你可以從 CSI 重建多路徑傳播特性，這就是為什麼 CSI 可以用於室內定位和手勢辨識，而 RSSI 不行。</a:t>
            </a:r>
          </a:p>
          <a:p/>
          <a:p>
            <a:r>
              <a:t>CSI 的數學表示是頻域通道矩陣 H(f)，對每對 TX-RX 天線各有一個。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 層的工作是管理「誰可以在什麼時候傳送資料」，以及確保資料的正確性。CSMA/CA 是避免碰撞的機制，ACK 確認每個封包有被收到。</a:t>
            </a:r>
          </a:p>
          <a:p/>
          <a:p>
            <a:r>
              <a:t>這裡有個重要的觀念：MAC 層完全不負責 CSI。CSI 是 PHY 層的 side-channel 資訊，不在 802.11 協定的 MAC frame 定義裡。MAC 層拿到的是已經解調完成的 frame，它不會也不需要知道每個子載波的增益。</a:t>
            </a:r>
          </a:p>
          <a:p/>
          <a:p>
            <a:r>
              <a:t>這是 CSI 在軟體堆疊中「消失」的第一個關卡。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這張投影片總結 CSI 在 MAC 層的關鍵觀念。接下來我們會看到 OS 軟體層如何延續這個問題。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這張表是今天的地圖，後面的所有討論都會對應回這張表。</a:t>
            </a:r>
          </a:p>
          <a:p/>
          <a:p>
            <a:r>
              <a:t>最重要的觀察：CSI 存在於 L1（PHY 硬體），但 Windows 的軟體介面從 L2a 才開始（nwifi.sys 和 OEM.sys）。L1 和 L2a 之間沒有標準的橋接機制來傳遞 CSI。</a:t>
            </a:r>
          </a:p>
          <a:p/>
          <a:p>
            <a:r>
              <a:t>右邊的 Windows 元件欄位就是我們接下來要深入討論的每一個元件。請記住這個對應關係。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現在進入 Windows 驅動架構。這張堆疊圖從上到下代表從應用程式到硬體的路徑。</a:t>
            </a:r>
          </a:p>
          <a:p/>
          <a:p>
            <a:r>
              <a:t>顏色區分了三個層次：綠色是 User Mode（使用者模式），藍色和紫色是 Kernel Mode（核心模式），最底層是硬體。</a:t>
            </a:r>
          </a:p>
          <a:p/>
          <a:p>
            <a:r>
              <a:t>每一層只能和相鄰層溝通，而且必須透過明確定義的介面。這個設計保證了穩定性，但也意味著 L1 的 PHY 資訊沒有辦法「跳過」中間層直接到應用程式。</a:t>
            </a:r>
          </a:p>
          <a:p/>
          <a:p>
            <a:r>
              <a:t>接下來我們逐層解釋，重點在紅色的 OEM.sys 和紫色的 nwifi.sys。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OEM.sys 是網卡廠商提供的 Miniport Driver，是整個 Windows 網路堆疊中距離硬體最近的軟體元件。</a:t>
            </a:r>
          </a:p>
          <a:p/>
          <a:p>
            <a:r>
              <a:t>它透過 MMIO 或 PCI 介面直接讀寫網卡的硬體暫存器，可以控制 RF 參數像是頻道和 TX 功率，也負責管理 DMA 傳輸。</a:t>
            </a:r>
          </a:p>
          <a:p/>
          <a:p>
            <a:r>
              <a:t>右邊的例子列出各廠商的驅動名稱。Intel 在 Linux 上叫 iwlwifi，但在 Windows 上叫 netwtw*.sys，星號代表版本號。</a:t>
            </a:r>
          </a:p>
          <a:p/>
          <a:p>
            <a:r>
              <a:t>這裡有一個關鍵觀察：OEM.sys 理論上可以讀取 NIC 韌體計算的 CSI 資料，因為它有直接訪問硬體暫存器的能力。問題是它選擇不向上層暴露這個資料。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這張流程圖展示了一個 RX 封包從 NIC 韌體到應用層的路徑。</a:t>
            </a:r>
          </a:p>
          <a:p/>
          <a:p>
            <a:r>
              <a:t>注意最左邊：NIC 韌體計算 CSI 後，把結果儲存在硬體暫存器。OEM.sys 透過 DMA 讀取 RX 封包緩衝區，但這個緩衝區裡只有 802.11 frame 的內容，不含 CSI。</a:t>
            </a:r>
          </a:p>
          <a:p/>
          <a:p>
            <a:r>
              <a:t>CSI 從來沒有進入 NDIS_NET_BUFFER 這個標準封包結構。換句話說，CSI 在 OEM.sys 這一步就已經被排除在資料流之外了。</a:t>
            </a:r>
          </a:p>
          <a:p/>
          <a:p>
            <a:r>
              <a:t>這就是 CSI 消失的根本原因：不是某個軟體元件「擋住」了 CSI，而是 CSI 從一開始就沒有被放進標準的資料傳輸路徑。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nwifi.sys 是 Windows Native WiFi 驅動，位於 OEM.sys 上方。它的職責是管理 802.11 的連線狀態。</a:t>
            </a:r>
          </a:p>
          <a:p/>
          <a:p>
            <a:r>
              <a:t>認證、漫遊、省電、掃描——這些都是 nwifi.sys 負責的。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nwifi.sys 向上暴露的介面非常有限，完全沒有任何 PHY 層原始資訊的傳遞路徑。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這張兩欄表格很清楚地展示了 nwifi.sys 的抽象化代價。</a:t>
            </a:r>
          </a:p>
          <a:p/>
          <a:p>
            <a:r>
              <a:t>左邊是它向上暴露的資訊：SSID、RSSI、連線狀態、安全性設定、頻道、連線速率。這些對於管理 WiFi 連線已經足夠。</a:t>
            </a:r>
          </a:p>
          <a:p/>
          <a:p>
            <a:r>
              <a:t>右邊是它不暴露的資訊：CSI、原始 IQ 樣本、每根天線的獨立 RSSI、噪聲圖、硬體時間戳。這些都是 RF 量測需要的資料。</a:t>
            </a:r>
          </a:p>
          <a:p/>
          <a:p>
            <a:r>
              <a:t>從 nwifi.sys 向上，這些 PHY 層資訊已經被永久丟棄，無法恢復。這是架構設計的結果，不是 bug。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理解了 OID 機制，就能理解為什麼 CSI 無法透過標準介面取得。</a:t>
            </a:r>
          </a:p>
          <a:p/>
          <a:p>
            <a:r>
              <a:t>NDIS 的核心設計目標是「跨廠商通用性」——讓 Intel 的網卡和 Broadcom 的網卡都可以用相同的 API。這個目標需要取最大公約數：只定義所有廠商都支援的功能。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OID_802_11 系列定義了 SSID、RSSI、掃描等標準操作。但 CSI 是廠商私有的 PHY 細節，不同廠商的 CSI 格式完全不同。把這種廠商差異標準化是不可能的，所以 NDIS 根本沒有嘗試。</a:t>
            </a:r>
          </a:p>
          <a:p/>
          <a:p>
            <a:r>
              <a:t>這就是 NDIS 通用性設計的代價。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10 引入了 WDI 作為新的 WiFi 驅動模型。WDI 把驅動分成兩部分：IHV 廠商負責的 User Mode 元件，和 WDI 框架的 Kernel Mode 元件。</a:t>
            </a:r>
          </a:p>
          <a:p/>
          <a:p>
            <a:r>
              <a:t>這個架構的優點是：User Mode 的 crash 不會導致藍屏，大幅提升系統穩定性，也簡化了廠商的驅動開發。</a:t>
            </a:r>
          </a:p>
          <a:p/>
          <a:p>
            <a:r>
              <a:t>但是——WDI 的 Task 和 Property 定義完全沒有包含 CSI 相關的介面。WDI 是架構上的改進，不是解決 CSI 取得問題的嘗試。所以即使升級到 WDI 模型，CSI 依然無法取得。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這是今天的核心投影片。讓我們總結 CSI 在哪裡消失。</a:t>
            </a:r>
          </a:p>
          <a:p/>
          <a:p>
            <a:r>
              <a:t>橙色和紅色標注的兩個元件是關鍵：OEM.sys 和 nwifi.sys。</a:t>
            </a:r>
          </a:p>
          <a:p/>
          <a:p>
            <a:r>
              <a:t>OEM.sys 有能力讀取 CSI（因為它可以直接訪問 NIC 硬體暫存器），但它不上報給 nwifi.sys。nwifi.sys 也從未向 OEM.sys 請求 CSI 資料。這個邊界就是 CSI 消失的地方。</a:t>
            </a:r>
          </a:p>
          <a:p/>
          <a:p>
            <a:r>
              <a:t>再往上，ndis.sys 沒有 CSI 的 OID 定義，tcpip.sys 只看到 IP 封包，應用程式完全感知不到 CSI 的存在。</a:t>
            </a:r>
          </a:p>
          <a:p/>
          <a:p>
            <a:r>
              <a:t>結論：CSI 的消失是多層架構決策累積的結果，每一層都有其合理性。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現在我們來看為什麼 Linux 可以取得 CSI。</a:t>
            </a:r>
          </a:p>
          <a:p/>
          <a:p>
            <a:r>
              <a:t>Linux 的關鍵優勢是開源。iwlwifi、ath9k、brcmfmac 這些驅動都是開源的，研究人員可以直接修改驅動程式碼，甚至修改 NIC 韌體。debugfs 提供了一個核心介面，讓驅動可以暴露任意的除錯資料，包括 CSI。</a:t>
            </a:r>
          </a:p>
          <a:p/>
          <a:p>
            <a:r>
              <a:t>右邊列出了 Windows 的根本差異：OEM.sys 是閉源二進位，不可修改；NDIS 介面固定，沒有擴充機制；韌體修改需要 WHQL 認證簽章。</a:t>
            </a:r>
          </a:p>
          <a:p/>
          <a:p>
            <a:r>
              <a:t>這不是 Windows 的 bug，而是商業產品（Windows）vs 開源生態（Linux）的架構哲學差異。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linux-80211n-csitool 是 2011 年由 Daniel Halperin 在華盛頓大學開發的，是學術界第一個廣泛使用的 CSI 工具。</a:t>
            </a:r>
          </a:p>
          <a:p/>
          <a:p>
            <a:r>
              <a:t>它的運作原理是：修改 Intel IWL5300 的韌體，讓它在每個接收到的 HT 封包後附加 CSI 矩陣。同時修改 iwlwifi 核心驅動，讓 CSI 資料可以傳到用戶空間。</a:t>
            </a:r>
          </a:p>
          <a:p/>
          <a:p>
            <a:r>
              <a:t>每個 CSI 矩陣是 [Ntx × Nrx × 30] 的複數陣列，30 個子載波群組，每個子載波 8-bit 複數。對 3x3 天線配置來說，每個封包有 9 個矩陣。</a:t>
            </a:r>
          </a:p>
          <a:p/>
          <a:p>
            <a:r>
              <a:t>這個工具非常有歷史意義，但它基於很舊的 Ubuntu 10.04 和 kernel 2.6.36，移植到現代系統需要額外工作。現在有更好的替代方案。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這是目前（2026 年）的現代 CSI 工具生態。</a:t>
            </a:r>
          </a:p>
          <a:p/>
          <a:p>
            <a:r>
              <a:t>PicoScenes 是目前功能最完整的平台，支援 Intel AX200/AX210，可以取得 802.11ax 格式的 CSI，最寬支援 160 MHz。它有商業支援，適合需要穩定維護的研究團隊。</a:t>
            </a:r>
          </a:p>
          <a:p/>
          <a:p>
            <a:r>
              <a:t>FeitCSI 是開源替代方案，功能相近，也支援 CSI 注入，可以用於主動量測。</a:t>
            </a:r>
          </a:p>
          <a:p/>
          <a:p>
            <a:r>
              <a:t>這張表的最右欄「平台」請注意：全部都是 Linux。這個事實本身就是今天演講的核心論點之一——所有成熟的 CSI 工具都選擇 Linux，因為 Windows 的架構限制讓這件事在 Windows 上無法實現。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第一個 Windows 替代方案是 raw packet capture，使用 WinPcap 或 Npcap。</a:t>
            </a:r>
          </a:p>
          <a:p/>
          <a:p>
            <a:r>
              <a:t>如果你的網卡支援 Monitor Mode（不是所有 Windows 網卡都支援），你可以用 Wireshark 或類似工具捕獲 802.11 frame。Radiotap header 會包含一些 PHY 資訊，包括 RSSI、資料速率、頻道等。</a:t>
            </a:r>
          </a:p>
          <a:p/>
          <a:p>
            <a:r>
              <a:t>但是——沒有 CSI。Radiotap header 的設計裡根本沒有 CSI 欄位的定義。你拿到的是 frame level 的資訊，不是 subcarrier level 的通道資訊。</a:t>
            </a:r>
          </a:p>
          <a:p/>
          <a:p>
            <a:r>
              <a:t>這個方案適合封包分析和基本的 RF 環境監控，但不能取代 CSI。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第二個方案是透過 OEM 私有 IOCTL 介面。這是最接近在 Windows 上取得 CSI 的方式，但也是風險最高的。</a:t>
            </a:r>
          </a:p>
          <a:p/>
          <a:p>
            <a:r>
              <a:t>你需要用 IDA Pro 或 Ghidra 逆向 OEM.sys，找到可能處理 CSI 的 IOCTL dispatch 函式，確認輸入輸出格式，然後寫程式呼叫它。Intel 的 netwtw*.sys 在某些版本有私有介面，但完全沒有公開文件。</a:t>
            </a:r>
          </a:p>
          <a:p/>
          <a:p>
            <a:r>
              <a:t>實際問題是：每次 Windows Update 或驅動更新，IOCTL code 可能改變，你的程式就壞了。另外，呼叫未簽章的驅動介面可能觸發 Secure Boot 的驗證機制。</a:t>
            </a:r>
          </a:p>
          <a:p/>
          <a:p>
            <a:r>
              <a:t>這個方案我不建議用在任何需要長期維護的系統上。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第三個方案是最實際的工程折衷：雙系統。</a:t>
            </a:r>
          </a:p>
          <a:p/>
          <a:p>
            <a:r>
              <a:t>推薦架構是在同一台機器上安裝 Linux 和 Windows，用 Linux 取 CSI，用 Windows 做後處理。這樣可以充分利用兩個 OS 的優勢：Linux 的 CSI 工具生態 + Windows 的 MATLAB 或其他分析工具。</a:t>
            </a:r>
          </a:p>
          <a:p/>
          <a:p>
            <a:r>
              <a:t>FeitCSI 提供 Live USB 映像，如果你不想安裝 Linux，可以用 USB 開機進 Linux 取資料，完成後重開機回 Windows。</a:t>
            </a:r>
          </a:p>
          <a:p/>
          <a:p>
            <a:r>
              <a:t>VM 方案通常不可行，因為 PCIe 網卡無法直通給 VM，而 USB WiFi 網卡的時序精度在 Hypervisor 下會受影響。</a:t>
            </a:r>
          </a:p>
          <a:p/>
          <a:p>
            <a:r>
              <a:t>結論：雙系統是 RF 工程師最省力的 CSI 採集方案。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這張表快速比較五種方案。</a:t>
            </a:r>
          </a:p>
          <a:p/>
          <a:p>
            <a:r>
              <a:t>難度最低的兩個是 Raw Packet Capture 和 Linux Live USB，但前者根本取不到 CSI。Linux Live USB 是最簡單且可以取到完整 CSI 的方案。</a:t>
            </a:r>
          </a:p>
          <a:p/>
          <a:p>
            <a:r>
              <a:t>雙系統稍微複雜一點，但提供最穩定的長期使用體驗，維護成本也很低。</a:t>
            </a:r>
          </a:p>
          <a:p/>
          <a:p>
            <a:r>
              <a:t>OEM 私有 IOCTL 是唯一可以在 Windows 原生環境取 CSI 的方案，但維護成本極高，我在這裡標注為「極高」是認真的——你需要對每個新版本的驅動都重新逆向。</a:t>
            </a:r>
          </a:p>
          <a:p/>
          <a:p>
            <a:r>
              <a:t>建議：除非有非常強烈的理由必須在 Windows 原生環境取 CSI，否則雙系統就是標準答案。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這張表列出目前（2026 年）有明確 CSI 工具支援的網卡。</a:t>
            </a:r>
          </a:p>
          <a:p/>
          <a:p>
            <a:r>
              <a:t>如果你要買新硬體，Intel AX200 M.2 是最容易取得、工具支援最完整的選擇。它便宜（通常 500 到 1000 台幣），支援 802.11ax，PicoScenes 和 FeitCSI 都支援它。買 M.2 版本可以裝在筆電或桌機，或者用 M.2 轉 PCIe 轉接卡。</a:t>
            </a:r>
          </a:p>
          <a:p/>
          <a:p>
            <a:r>
              <a:t>如果你有 Raspberry Pi，BCM43455 晶片已經內建，Nexmon CSI 直接支援，不需要額外購買硬體，非常適合做嵌入式 CSI 採集節點。</a:t>
            </a:r>
          </a:p>
          <a:p/>
          <a:p>
            <a:r>
              <a:t>Atheros AR9380 在 OpenWRT 路由器上很常見，適合布署多點 CSI 量測環境。</a:t>
            </a:r>
          </a:p>
          <a:p/>
          <a:p>
            <a:r>
              <a:t>請避免購買沒有在這份清單上的網卡，除非你願意自己移植驅動。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讓我們用這張總結圖回顧整個旅程。</a:t>
            </a:r>
          </a:p>
          <a:p/>
          <a:p>
            <a:r>
              <a:t>從最下面的 PHY 硬體開始，OFDM 解調計算出 CSI，儲存在 NIC 韌體的暫存器中。NIC 韌體計算完成後，這個資訊就在這裡等待被讀取。</a:t>
            </a:r>
          </a:p>
          <a:p/>
          <a:p>
            <a:r>
              <a:t>OEM.sys 是唯一有能力讀取這個資料的軟體元件，但它的設計目標不包含上報 CSI，所以它沒有這樣做。</a:t>
            </a:r>
          </a:p>
          <a:p/>
          <a:p>
            <a:r>
              <a:t>往上的每一層，從 nwifi.sys 到 NDIS 到應用程式，都沒有任何機制可以取得 CSI。每一層都有合理的設計動機，但合在一起的結果就是 CSI 無法從應用層存取。</a:t>
            </a:r>
          </a:p>
          <a:p/>
          <a:p>
            <a:r>
              <a:t>這不是一個單一決策造成的問題，而是多層架構設計累積的結果。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基於今天的所有內容，給各位幾個具體建議。</a:t>
            </a:r>
          </a:p>
          <a:p/>
          <a:p>
            <a:r>
              <a:t>第一，買硬體前先確認 CSI 工具支援。Intel AX200/AX210 目前是最安全的選擇。</a:t>
            </a:r>
          </a:p>
          <a:p/>
          <a:p>
            <a:r>
              <a:t>第二，用 Linux 取 CSI，PicoScenes 或 FeitCSI 是推薦的工具。雙系統是最穩定的部署方式。</a:t>
            </a:r>
          </a:p>
          <a:p/>
          <a:p>
            <a:r>
              <a:t>第三，Windows 用來做後處理。你的 MATLAB 腳本、Python 分析程式、可視化工具都可以在 Windows 上跑。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今天的演講希望幫助各位在投入 CSI 研究前，對整個架構有清楚的認識，避免走彎路。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以上是今天的所有內容。</a:t>
            </a:r>
          </a:p>
          <a:p/>
          <a:p>
            <a:r>
              <a:t>如果你要開始 CSI 研究，推薦先看 PicoScenes 的文件（ps.zpj.io），它提供了很完整的 setup guide。FeitCSI（feitcsi.kuskosoft.com）是開源替代方案，適合想要自己修改的研究者。CSIKit 是一個 Python 函式庫，可以解析多種 CSI 工具的輸出格式，方便資料分析。</a:t>
            </a:r>
          </a:p>
          <a:p/>
          <a:p>
            <a:r>
              <a:t>有任何問題嗎？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A9EFF"/>
                </a:solidFill>
                <a:latin typeface="Calibri"/>
              </a:rPr>
              <a:t>網卡與 OS 層的關係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828800" y="3200400"/>
            <a:ext cx="5486400" cy="0"/>
          </a:xfrm>
          <a:prstGeom prst="line">
            <a:avLst/>
          </a:prstGeom>
          <a:ln w="1524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9B6F6"/>
                </a:solidFill>
                <a:latin typeface="Calibri"/>
              </a:rPr>
              <a:t>從 PHY/MAC 到 Windows 驅動堆疊
——為什麼無法從 Windows 取得 CSI？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CCFF"/>
                </a:solidFill>
                <a:latin typeface="Calibri"/>
              </a:rPr>
              <a:t>2026-04-07　　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CC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A9EFF"/>
                </a:solidFill>
                <a:latin typeface="Calibri"/>
              </a:rPr>
              <a:t>大綱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第一段：基礎架構（Slides 3–6）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802.11 RF 信號路徑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PHY 層與 CSI 定義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MAC 層職責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OSI 7 層 vs Windows 元件對應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第二段：Windows 驅動堆疊（Slides 7–14）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OEM.sys / nwifi.sys / NDIS / WDI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CSI 消失點分析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第三段：替代方案（Slides 15–22）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Linux 生態 vs Windows 限制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硬體選型建議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第四段：結語與建議（Slides 23–25）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CC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9B6F6"/>
                </a:solidFill>
                <a:latin typeface="Calibri"/>
              </a:rPr>
              <a:t>802.11 RF 信號路徑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7724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天線
(Antenna)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接收 RF 信號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.0" y="2697480.0"/>
            <a:ext cx="182880.0" cy="0.0"/>
          </a:xfrm>
          <a:prstGeom prst="line">
            <a:avLst/>
          </a:prstGeom>
          <a:ln w="19050">
            <a:solidFill>
              <a:srgbClr val="4A9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33172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ADC
類比→數位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信號數位化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.0" y="2697480.0"/>
            <a:ext cx="182880.0" cy="0.0"/>
          </a:xfrm>
          <a:prstGeom prst="line">
            <a:avLst/>
          </a:prstGeom>
          <a:ln w="19050">
            <a:solidFill>
              <a:srgbClr val="4A9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88620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OFDM 解調
(Demodulation)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子載波分離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0.0" y="2697480.0"/>
            <a:ext cx="182880.0" cy="0.0"/>
          </a:xfrm>
          <a:prstGeom prst="line">
            <a:avLst/>
          </a:prstGeom>
          <a:ln w="19050">
            <a:solidFill>
              <a:srgbClr val="4A9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4068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802.11 Frame
解碼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封包還原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2280.0" y="2697480.0"/>
            <a:ext cx="182880.0" cy="0.0"/>
          </a:xfrm>
          <a:prstGeom prst="line">
            <a:avLst/>
          </a:prstGeom>
          <a:ln w="19050">
            <a:solidFill>
              <a:srgbClr val="4A9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99516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MAC 層
處理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上送至驅動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在 OFDM 解調後即可計算：每個子載波的複數增益（振幅 + 相位）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9B6F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9B6F6"/>
                </a:solidFill>
                <a:latin typeface="Calibri"/>
              </a:rPr>
              <a:t>PHY 層：什麼是 CSI？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RSSI（傳統方式）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整體接收功率（單一數值）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單位：dBm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無法區分多路徑效應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精度低，只反映總體信號強度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1005840"/>
            <a:ext cx="0" cy="5029200"/>
          </a:xfrm>
          <a:prstGeom prst="line">
            <a:avLst/>
          </a:prstGeom>
          <a:ln w="9525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CSI（Channel State Information）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每個 OFDM 子載波的複數增益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包含振幅（Amplitude）與相位（Phase）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802.11n：30 個子載波群組（20MHz）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可重建多路徑傳播特性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用途：室內定位、手勢辨識、呼吸偵測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= H(f)：頻域通道矩陣，每對 TX-RX 天線各一組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9B6F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9B6F6"/>
                </a:solidFill>
                <a:latin typeface="Calibri"/>
              </a:rPr>
              <a:t>MAC 層職責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媒介存取控制：CSMA/CA（避免碰撞）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確認機制：ACK frame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Frame 組裝：802.11 Header + Payload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安全：WPA2/3 加解密（CCMP/GCMP）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省電機制：PS-Poll、TWT（Wi-Fi 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9B6F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9B6F6"/>
                </a:solidFill>
                <a:latin typeface="Calibri"/>
              </a:rPr>
              <a:t>CSI 在 MAC 層的狀態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▶ PHY 解調完成後 CSI 儲存於 NIC 韌體/暫存器</a:t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▶ MAC 層不負責傳遞 CSI——只處理 frame 內容</a:t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▶ CSI 屬於 PHY 層 side-channel，不在 802.11 協定範圍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結論：CSI 從 PHY 到 MAC 已無標準傳遞路徑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MAC 層是 CSI 消失旅程的第一站——不是被「擋住」，而是從未被納入協定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9B6F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29B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9B6F6"/>
                </a:solidFill>
                <a:latin typeface="Calibri"/>
              </a:rPr>
              <a:t>OSI 7 層 vs Windows 實際元件對應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29B6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OSI 層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標準名稱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Windows 元件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備註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應用程式 / WinSock API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send() / recv()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tcpip.sys (TCP/UDP)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連接埠管理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tcpip.sys (IP)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路由、IP 封包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L2b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LLC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ndis.sys (NDIS)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協定多工/解多工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L2a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nwifi.sys + OEM.sys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 管理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PHY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NIC 韌體 + 硬體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RF 信號處理，CSI 在此層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存在於 L1，NDIS 介面從 L2a 開始，兩者之間沒有標準橋接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9B6F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Windows 網路驅動架構總覽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14400" y="1508760"/>
            <a:ext cx="7315200" cy="502920"/>
          </a:xfrm>
          <a:prstGeom prst="rect">
            <a:avLst/>
          </a:prstGeom>
          <a:solidFill>
            <a:srgbClr val="2D5A27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應用程式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087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User 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57400"/>
            <a:ext cx="7315200" cy="502920"/>
          </a:xfrm>
          <a:prstGeom prst="rect">
            <a:avLst/>
          </a:prstGeom>
          <a:solidFill>
            <a:srgbClr val="2D5A27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WinSock (ws2_32.dll)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574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User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06040"/>
            <a:ext cx="7315200" cy="502920"/>
          </a:xfrm>
          <a:prstGeom prst="rect">
            <a:avLst/>
          </a:prstGeom>
          <a:solidFill>
            <a:srgbClr val="1A3A6B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AFD.sys（Ancillary Function Driver）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6060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154680"/>
            <a:ext cx="7315200" cy="502920"/>
          </a:xfrm>
          <a:prstGeom prst="rect">
            <a:avLst/>
          </a:prstGeom>
          <a:solidFill>
            <a:srgbClr val="1A3A6B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tcpip.sys（TCP/IP Stack）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1546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703320"/>
            <a:ext cx="7315200" cy="502920"/>
          </a:xfrm>
          <a:prstGeom prst="rect">
            <a:avLst/>
          </a:prstGeom>
          <a:solidFill>
            <a:srgbClr val="4A2080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ndis.sys（NDIS）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0332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51960"/>
            <a:ext cx="7315200" cy="502920"/>
          </a:xfrm>
          <a:prstGeom prst="rect">
            <a:avLst/>
          </a:prstGeom>
          <a:solidFill>
            <a:srgbClr val="4A2080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nwifi.sys（Native WiFi）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519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800600"/>
            <a:ext cx="7315200" cy="502920"/>
          </a:xfrm>
          <a:prstGeom prst="rect">
            <a:avLst/>
          </a:prstGeom>
          <a:solidFill>
            <a:srgbClr val="7A1A1A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OEM.sys（Miniport Driver）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8006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Kernel Mode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349240"/>
            <a:ext cx="7315200" cy="502920"/>
          </a:xfrm>
          <a:prstGeom prst="rect">
            <a:avLst/>
          </a:prstGeom>
          <a:solidFill>
            <a:srgbClr val="3A3A00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NIC 硬體 + 韌體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3492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Calibri"/>
              </a:rPr>
              <a:t>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每層只能透過明確定義的介面與相鄰層溝通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OEM.sys：網卡廠商 Miniport Driver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職責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直接與 NIC 硬體暫存器溝通（MMIO/PCI）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控制 RF 參數（頻道、頻寬、TX 功率）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管理 DMA 傳輸（TX/RX 封包緩衝）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實作 NDIS Miniport 介面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上報硬體事件給 nwifi.sys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1005840"/>
            <a:ext cx="0" cy="5029200"/>
          </a:xfrm>
          <a:prstGeom prst="line">
            <a:avLst/>
          </a:prstGeom>
          <a:ln w="9525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範例（各廠商）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Intel：iwlwifi（Linux）/ netwtw*.sys（Windows）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Qualcomm/Atheros：ath*.sys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Broadcom：bcmwl*.sys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MediaTek：mt*.sys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⚠ OEM.sys 是唯一能讀取 CSI 的軟體元件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但它選擇不向上層暴露此資料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OEM.sys 是 Windows 驅動堆疊中距離硬體最近的軟體層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OEM.sys 的資料路徑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7724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NIC 韌體
計算 CSI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儲存於暫存器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.0" y="2697480.0"/>
            <a:ext cx="182880.0" cy="0.0"/>
          </a:xfrm>
          <a:prstGeom prst="line">
            <a:avLst/>
          </a:prstGeom>
          <a:ln w="19050">
            <a:solidFill>
              <a:srgbClr val="4A9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33172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OEM.sys
DMA 讀取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RX 封包緩衝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.0" y="2697480.0"/>
            <a:ext cx="182880.0" cy="0.0"/>
          </a:xfrm>
          <a:prstGeom prst="line">
            <a:avLst/>
          </a:prstGeom>
          <a:ln w="19050">
            <a:solidFill>
              <a:srgbClr val="4A9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88620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NDIS_RECEIVE
_NET_BUFFER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標準封包上報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0.0" y="2697480.0"/>
            <a:ext cx="182880.0" cy="0.0"/>
          </a:xfrm>
          <a:prstGeom prst="line">
            <a:avLst/>
          </a:prstGeom>
          <a:ln w="19050">
            <a:solidFill>
              <a:srgbClr val="4A9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4068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nwifi.sys
接收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802.11 frame 處理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2280.0" y="2697480.0"/>
            <a:ext cx="182880.0" cy="0.0"/>
          </a:xfrm>
          <a:prstGeom prst="line">
            <a:avLst/>
          </a:prstGeom>
          <a:ln w="19050">
            <a:solidFill>
              <a:srgbClr val="4A9E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995160" y="2286000"/>
            <a:ext cx="1371600" cy="822960"/>
          </a:xfrm>
          <a:prstGeom prst="rect">
            <a:avLst/>
          </a:prstGeom>
          <a:solidFill>
            <a:srgbClr val="0D47A1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 bIns="73152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tcpip.sys
→ 應用層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FF"/>
                </a:solidFill>
                <a:latin typeface="Calibri"/>
              </a:rPr>
              <a:t>IP 封包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存於 NIC 暫存器，OEM.sys 只將 802.11 frame payload 上報——CSI 從未進入 NDIS 封包結構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nwifi.sys：Windows Native WiFi 驅動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位置：位於 OEM.sys 上方，ndis.sys 下方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主要職責：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802.11 認證流程（Open / WPA2 / WPA3）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漫遊管理（BSS 選擇、重新關聯）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省電模式（Legacy PS / U-APSD）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掃描管理（Passive / Active Scan）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802.11 管理幀處理（Probe / Auth / Assoc）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nwifi.sys 暴露的介面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向上暴露兩種介面：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Native WiFi API（wlanapi.dll）→ 應用程式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NDIS OID 介面 → tcpip.sys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⚠ nwifi.sys 不處理、不儲存、不轉發任何 PHY 層原始資料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設計目標：管理 WiFi 連線，不是提供 RF 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從 nwifi.sys 向上，PHY 層資訊已被永久丟棄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nwifi.sys 的抽象化：CSI 在此消失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nwifi.sys 向上暴露的資訊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SSID / BSSID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RSSI（接收信號強度）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連線狀態（已連線/斷線）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安全性設定（加密方式）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頻道 / 頻寬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連線速率（Link Speed）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1005840"/>
            <a:ext cx="0" cy="5029200"/>
          </a:xfrm>
          <a:prstGeom prst="line">
            <a:avLst/>
          </a:prstGeom>
          <a:ln w="9525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nwifi.sys 不暴露的資訊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❌ CSI（子載波增益矩陣）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❌ 原始 IQ 樣本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❌ 每根天線的原始 RSSI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❌ 噪聲圖（Noise Floor per subcarrier）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❌ 封包時間戳（硬體層級）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設計原因：nwifi.sys 的目標是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連線管理，不是 RF 量測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從 nwifi.sys 向上，PHY 層資訊已被永久丟棄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NDIS 介面設計哲學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NDIS = Network Driver Interface Specification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設計目標：跨廠商通用——任何協定 × 任何網卡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OID（Object Identifier）查詢機制：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OID_802_11_SSID       → 查詢/設定 SSID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OID_802_11_RSSI       → 接收信號強度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OID_802_11_BSSID_LIST → 掃描結果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OID_802_11_STATISTICS → 封包統計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NDIS 為什麼沒有 CSI？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❌ 無任何 OID 定義 CSI 查詢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❌ 無任何 OID 定義子載波層級資訊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▶ 根本原因：標準化需要取最大公約數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Intel 5300：30 個子載波群組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Atheros AR9380：56 個子載波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不同廠商格式完全不同，無法統一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NDIS 的「通用性」正是 CSI 無法取得的根本原因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WDI：Windows 10+ 新驅動模型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WDI 改變了什麼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WLAN Device Driver Interface（WDI）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Win10 引入，取代部分 NDIS WiFi 介面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將驅動分為：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IHV 元件（UMDF，User Mode）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WDI 框架（KMDF，Kernel Mode）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降低藍屏風險（User Mode crash 不致命）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簡化 IHV 驅動開發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1005840"/>
            <a:ext cx="0" cy="5029200"/>
          </a:xfrm>
          <a:prstGeom prst="line">
            <a:avLst/>
          </a:prstGeom>
          <a:ln w="9525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WDI 對 CSI 的影響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❌ WDI Task/Property 定義中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 同樣沒有 CSI 相關介面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WDITASK 清單（部分）：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TaskScan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TaskConnect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TaskDisconnect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TaskSendRequest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→ 架構更新，但 CSI 缺席問題未解決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WDI 是架構改進，不是 PHY 資料暴露的嘗試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9C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C6EFF"/>
                </a:solidFill>
                <a:latin typeface="Calibri"/>
              </a:rPr>
              <a:t>CSI 消失點分析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9C6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74320" y="1005840"/>
            <a:ext cx="5029200" cy="530352"/>
          </a:xfrm>
          <a:prstGeom prst="rect">
            <a:avLst/>
          </a:prstGeom>
          <a:solidFill>
            <a:srgbClr val="1A3A6B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應用程式 / WinSock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09728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無法感知 CSI 存在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91056"/>
            <a:ext cx="5029200" cy="530352"/>
          </a:xfrm>
          <a:prstGeom prst="rect">
            <a:avLst/>
          </a:prstGeom>
          <a:solidFill>
            <a:srgbClr val="1A3A6B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tcpip.sys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682496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只處理 IP 封包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76272"/>
            <a:ext cx="5029200" cy="530352"/>
          </a:xfrm>
          <a:prstGeom prst="rect">
            <a:avLst/>
          </a:prstGeom>
          <a:solidFill>
            <a:srgbClr val="6B4A00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ndis.sys（NDIS）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267712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無 CSI OID 定義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61488"/>
            <a:ext cx="5029200" cy="530352"/>
          </a:xfrm>
          <a:prstGeom prst="rect">
            <a:avLst/>
          </a:prstGeom>
          <a:solidFill>
            <a:srgbClr val="6B1A1A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nwifi.sys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8529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丟棄所有 PHY metadata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346704"/>
            <a:ext cx="5029200" cy="530352"/>
          </a:xfrm>
          <a:prstGeom prst="rect">
            <a:avLst/>
          </a:prstGeom>
          <a:solidFill>
            <a:srgbClr val="6B1A1A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OEM.sys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438144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能讀取 CSI，但不上報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5029200" cy="530352"/>
          </a:xfrm>
          <a:prstGeom prst="rect">
            <a:avLst/>
          </a:prstGeom>
          <a:solidFill>
            <a:srgbClr val="1A5A27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NIC 韌體 + 硬體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02336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FF66"/>
                </a:solidFill>
                <a:latin typeface="Calibri"/>
              </a:rPr>
              <a:t>CSI 計算並儲存於此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CSI 消失於 OEM.sys ↔ nwifi.sys 介面：OEM.sys 有能力讀取但選擇不轉發，nwifi.sys 也不要求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C6E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為什麼 Linux 可以取得 CSI？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Linux 驅動架構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cfg80211：802.11 設定框架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mac80211：軟體 MAC 實作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nl80211：Netlink 介面（用戶空間↔核心）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關鍵差異：開源驅動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iwlwifi（Intel）可修改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ath9k（Atheros）可修改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· brcmfmac（Broadcom）可 patch 韌體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debugfs 介面：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/sys/kernel/debug/ieee80211/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部分驅動在此暴露 CSI 原始資料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89120" y="1005840"/>
            <a:ext cx="0" cy="5029200"/>
          </a:xfrm>
          <a:prstGeom prst="line">
            <a:avLst/>
          </a:prstGeom>
          <a:ln w="9525">
            <a:solidFill>
              <a:srgbClr val="4A9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Calibri"/>
              </a:rPr>
              <a:t>Windows 的根本差異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✗ OEM.sys 為閉源二進位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✗ NDIS 介面固定，無擴充 CSI 的機制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✗ 無等同 debugfs 的 PHY 資料介面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FFFFFF"/>
                </a:solidFill>
              </a:rPr>
              <a:t>✗ 韌體修改需要 WHQL 簽章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→ Linux 的可行性來自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開源 + 可修改驅動 + 彈性的核心介面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ACCFF"/>
                </a:solidFill>
              </a:rPr>
              <a:t>  不是 Windows 的「bug」，是設計哲學差異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Linux 的可行性來自開源生態，不是 Windows 的設計缺陷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Linux CSI Tool：linux-80211n-csitool（Intel 5300）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作者：Daniel Halperin（University of Washington，2011）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硬體：Intel WiFi Link 5300（IWL5300），3 天線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運作原理：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1. 修改 Intel 官方韌體（firmware patch）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2. 自訂 iwlwifi 核心驅動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3. 每個 RX 封包附帶 CSI 矩陣（30 個子載波群組）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4. 每個子載波：複數值（8-bit real + 8-bit imag）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平台：Ubuntu 10.04 LTS + kernel 2.6.36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⚠ 歷史性工具，現代 Linux 核心需額外移植工作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資料格式：每個 RX 封包 → CSI 矩陣 [Ntx × Nrx × 30]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GitHub: dhalperi/linux-80211n-csitool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現代 CSI 工具生態（全部 Linux-only）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工具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硬體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頻寬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特色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PicoScenes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最完整，商業支援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FeitCSI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開源，CSI 注入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IAX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AX200/201/210/211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學術研究用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Broadcom/Cypress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802.11a/g/n/ac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20–80 MHz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Raspberry Pi 支援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AR9380（ath9k）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OpenWRT 支援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Intel IWL5300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最早的工具，歷史性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所有工具均僅支援 Linux——這直接說明了為什麼 Windows 無法取得 CSI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Windows 替代方案 1：Raw Packet Capture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工具：WinPcap / Npcap + Monitor Mode（若網卡支援）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可以取得：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✅ 802.11 frame header（MAC Header）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✅ Radiotap Header（部分 PHY 資訊）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✅ RSSI（訊號強度，dBm）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✅ 資料速率（MCS index）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✅ 頻道資訊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無法取得：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❌ CSI（子載波增益矩陣）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❌ IQ 樣本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❌ 多天線個別 RSSI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適用情境：封包分析、協定研究、基本 RF 環境監控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限制：Monitor Mode 在 Windows 支援有限，需特定網卡與驅動版本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Windows 替代方案 2：OEM 私有 IOCTL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原理：部分廠商在 OEM.sys 中保留私有控制介面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透過 DeviceIoControl() 呼叫私有 IOCTL code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需要的工作：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1. 逆向工程 OEM.sys（IDA Pro / Ghidra）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2. 找到處理 CSI 的 IOCTL dispatch 函式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3. 確認輸入/輸出緩衝區格式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4. 撰寫呼叫程式（需以管理員權限執行）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現實情況：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Intel：部分版本 netwtw*.sys 有私有介面，但未公開文件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每次驅動更新後 IOCTL code 可能改變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可能觸發驅動簽章驗證失敗（Win10 Secure Boot）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⚠ 高風險、高維護成本，不建議用於生產環境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Windows 替代方案 3：雙系統 / 虛擬機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最實用的工程折衷方案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架構 A：雙系統（推薦）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同一台機器安裝 Linux + Windows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Linux 環境：使用 PicoScenes / FeitCSI 取 CSI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CSI 資料儲存為 .mat / .csv / .bin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重開機進 Windows 進行後處理（MATLAB / Python）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架構 B：USB Live Linux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免安裝，開機從 USB 進 Linux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FeitCSI 提供 Live USB 映像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完成採集後重開機回 Windows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架構 C：VM + USB 直通（不推薦）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WiFi 網卡 USB 直通至 Linux VM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延遲與時序精度受 Hypervisor 影響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· PCIe 網卡通常無法直通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</a:rPr>
              <a:t>推薦：雙系統 + 共享資料分割區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替代方案比較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8595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方案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技術難度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硬體需求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完整度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維護成本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Raw Packet Capture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★☆☆☆☆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一般 WiFi 網卡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❌ 無 CSI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OEM 私有 IOCTL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★★★★☆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特定廠商網卡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⚠ 部分，不穩定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極高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雙系統（推薦）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★★☆☆☆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支援 CSI 的網卡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VM + USB 直通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★★★☆☆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USB WiFi 網卡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⚠ 時序精度差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中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Linux Live USB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★☆☆☆☆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支援 CSI 的網卡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對 RF 工程師的建議：雙系統 + PicoScenes/FeitCSI 是最佳投資報酬比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D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D9AA"/>
                </a:solidFill>
                <a:latin typeface="Calibri"/>
              </a:rPr>
              <a:t>支援 CSI 的硬體選型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00D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網卡型號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晶片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工具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平台</a:t>
                      </a:r>
                    </a:p>
                  </a:txBody>
                  <a:tcPr marL="73152" marR="73152" marT="45720" marB="45720">
                    <a:solidFill>
                      <a:srgbClr val="0D47A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Intel WiFi Link 5300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IWL5300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Linux（舊）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Intel Wi-Fi 6 AX200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AX200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Intel Wi-Fi 6E AX210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AX210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802.11ax（6GHz）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Atheros AR9380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AR9380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 / OpenWRT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Broadcom BCM4339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BCM4339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Android / RPi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A9EFF"/>
                          </a:solidFill>
                          <a:latin typeface="Calibri"/>
                        </a:rPr>
                        <a:t>Raspberry Pi 4 (RPi)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BCM43455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FFFFF"/>
                          </a:solidFill>
                          <a:latin typeface="Calibri"/>
                        </a:rPr>
                        <a:t>Linux（RPi OS）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採購建議：Intel AX200 M.2 網卡 + Linux 雙系統 = 最易取得的 CSI 研究平台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00D9AA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CC44"/>
                </a:solidFill>
                <a:latin typeface="Calibri"/>
              </a:rPr>
              <a:t>完整架構總覽：CSI 的旅程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74320" y="1005840"/>
            <a:ext cx="5029200" cy="530352"/>
          </a:xfrm>
          <a:prstGeom prst="rect">
            <a:avLst/>
          </a:prstGeom>
          <a:solidFill>
            <a:srgbClr val="1A3A6B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應用程式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09728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只能用 WinSock，看不到 PHY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91056"/>
            <a:ext cx="5029200" cy="530352"/>
          </a:xfrm>
          <a:prstGeom prst="rect">
            <a:avLst/>
          </a:prstGeom>
          <a:solidFill>
            <a:srgbClr val="6B4A00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NDIS / tcpip.sys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682496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無 CSI OID，協定通用化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76272"/>
            <a:ext cx="5029200" cy="530352"/>
          </a:xfrm>
          <a:prstGeom prst="rect">
            <a:avLst/>
          </a:prstGeom>
          <a:solidFill>
            <a:srgbClr val="6B1A1A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nwifi.sys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267712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802.11 管理，丟棄 PHY metadata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61488"/>
            <a:ext cx="5029200" cy="530352"/>
          </a:xfrm>
          <a:prstGeom prst="rect">
            <a:avLst/>
          </a:prstGeom>
          <a:solidFill>
            <a:srgbClr val="6B1A1A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OEM.sys（唯一機會）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8529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Calibri"/>
              </a:rPr>
              <a:t>能讀 CSI，但介面不暴露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346704"/>
            <a:ext cx="5029200" cy="530352"/>
          </a:xfrm>
          <a:prstGeom prst="rect">
            <a:avLst/>
          </a:prstGeom>
          <a:solidFill>
            <a:srgbClr val="1A5A27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NIC 韌體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438144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FF66"/>
                </a:solidFill>
                <a:latin typeface="Calibri"/>
              </a:rPr>
              <a:t>CSI 在此計算完成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5029200" cy="530352"/>
          </a:xfrm>
          <a:prstGeom prst="rect">
            <a:avLst/>
          </a:prstGeom>
          <a:solidFill>
            <a:srgbClr val="1A5A27"/>
          </a:solidFill>
          <a:ln>
            <a:solidFill>
              <a:srgbClr val="4A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PHY 硬體 + RF 電路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02336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FF66"/>
                </a:solidFill>
                <a:latin typeface="Calibri"/>
              </a:rPr>
              <a:t>OFDM 解調，子載波分析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CCFF"/>
                </a:solidFill>
                <a:latin typeface="Calibri"/>
              </a:rPr>
              <a:t>▶ Windows 架構的每一層都有合理的設計動機，但合力造成了 CSI 無法取得的結果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44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CC44"/>
                </a:solidFill>
                <a:latin typeface="Calibri"/>
              </a:rPr>
              <a:t>給 RF 工程師的建議（1/2）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1. 選硬體前先確認 CSI 工具支援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→ Intel AX200/AX210 是目前最佳選擇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2. 優先使用 Linux 環境採集 CSI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→ PicoScenes（商業支援）或 FeitCSI（開源）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→ 雙系統方案最穩定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3. Windows 定位為後處理平台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→ MATLAB / Python 分析 CSI 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44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CC44"/>
                </a:solidFill>
                <a:latin typeface="Calibri"/>
              </a:rPr>
              <a:t>給 RF 工程師的建議（2/2）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4. 避免的坑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❌ 不要依賴 OEM 私有 IOCTL（維護成本極高）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❌ 不要用 VM 取 CSI（時序不準確）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❌ 不要購買沒有明確工具支援的網卡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 b="1">
                <a:solidFill>
                  <a:srgbClr val="4A9EFF"/>
                </a:solidFill>
              </a:rPr>
              <a:t>5. 推薦資源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· PicoScenes: ps.zpj.io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· FeitCSI: feitcsi.kuskosoft.com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AACCFF"/>
                </a:solidFill>
              </a:rPr>
              <a:t>   · CSIKit（多格式解析）: github.com/Gi-z/CSIKit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44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CC44"/>
                </a:solidFill>
                <a:latin typeface="Calibri"/>
              </a:rPr>
              <a:t>Q&amp;A / 參考資料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005840"/>
            <a:ext cx="8412480" cy="0"/>
          </a:xfrm>
          <a:prstGeom prst="line">
            <a:avLst/>
          </a:prstGeom>
          <a:ln w="19050">
            <a:solidFill>
              <a:srgbClr val="FFCC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097280"/>
            <a:ext cx="8412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ACCFF"/>
                </a:solidFill>
                <a:latin typeface="Calibri"/>
              </a:rPr>
              <a:t>[1] D. Halperin et al., Tool Release: Gathering 802.11n Traces with CSI, ACM SIGCOMM, 2011. -&gt; linux-80211n-csitool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[2] M. Schulz et al., Nexmon: The C-based Firmware Patching Framework -- seemoo-lab/nexmon_csi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[3] Z. Jiang, PicoScenes: Enabling Modern Wi-Fi ISAC Research -- ps.zpj.io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[4] KuskoSoft, FeitCSI: 802.11 CSI Tool -- feitcsi.kuskosoft.com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[5] X. Yaxiong et al., Atheros CSI Tool for 802.11n NICs -- xieyaxiongfly/Atheros-CSI-Tool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[6] Microsoft Docs, WDI Miniport Driver Design Guide -- learn.microsoft.com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[7] Microsoft Docs, NDIS Network Interface Architecture -- learn.microsoft.com</a:t>
            </a:r>
          </a:p>
          <a:p>
            <a:r>
              <a:rPr sz="1300">
                <a:solidFill>
                  <a:srgbClr val="AACCFF"/>
                </a:solidFill>
                <a:latin typeface="Calibri"/>
              </a:rPr>
              <a:t>[8] Gi-z, CSIKit: Python CSI Processing Tools -- github.com/Gi-z/CSIKit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309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CC44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