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今天的內容分四段，前面先用一張投影片說明為什麼我們需要 CSI。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在進入技術細節之前，先確立我們為什麼需要 CSI。RSSI 是最傳統的無線量測指標，但它只告訴你總接收功率，無法描述通道的頻率特性。</a:t>
            </a:r>
          </a:p>
          <a:p/>
          <a:p>
            <a:r>
              <a:t>CSI 則是每個 OFDM 子載波的複數通道增益，包含振幅和相位。這個豐富的資訊讓 CSI 成為室內定位、手勢辨識、呼吸監測等研究的核心工具——這些應用用 RSSI 根本做不到。</a:t>
            </a:r>
          </a:p>
          <a:p/>
          <a:p>
            <a:r>
              <a:t>今天的核心問題是：研究人員如何在實際硬體上取得 CSI？而 Windows 為什麼做不到？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驅動架構。這是今天的核心問題：CSI 在 NIC 韌體計算完成後，要怎麼到達你的應用程式？</a:t>
            </a:r>
          </a:p>
          <a:p/>
          <a:p>
            <a:r>
              <a:t>從 RF 工程師的視角來看，左邊是熟悉的領域：PHY 解調、NIC 韌體計算 CSI、儲存在暫存器。右邊是研究目標：你的程式需要 CSI 來做定位或感測。</a:t>
            </a:r>
          </a:p>
          <a:p/>
          <a:p>
            <a:r>
              <a:t>中間那個「黑盒子」就是 Windows 的驅動堆疊。接下來我們從最靠近硬體的元件開始，逐層往上解析，找出 CSI 究竟在哪裡消失。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在逐一介紹每個元件之後，讓我們用這張全景圖把所有元件放在一起看。</a:t>
            </a:r>
          </a:p>
          <a:p/>
          <a:p>
            <a:r>
              <a:t>從最底層的 NIC 硬體開始，往上依序是 OEM.sys（韌體廠商驅動）、nwifi.sys（WiFi 連線管理）、NDIS、tcpip.sys、WinSock，最終到應用程式。</a:t>
            </a:r>
          </a:p>
          <a:p/>
          <a:p>
            <a:r>
              <a:t>每一層只能透過明確定義的介面與相鄰層溝通。這個設計保證了穩定性，但也意味著 L1 的 PHY 資訊無法「跳過」中間層直接到達應用程式。</a:t>
            </a:r>
          </a:p>
          <a:p/>
          <a:p>
            <a:r>
              <a:t>接下來我們用這張圖精確標示 CSI 消失的位置。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講到這裡，有些聽眾可能會問：「那我們能不能直接破解 OEM.sys，強行讀出 CSI？」</a:t>
            </a:r>
          </a:p>
          <a:p/>
          <a:p>
            <a:r>
              <a:t>理論上確實有四條路可以嘗試。但每一條在現代 Windows 11 上都撞到了高牆。</a:t>
            </a:r>
          </a:p>
          <a:p/>
          <a:p>
            <a:r>
              <a:t>最關鍵的障礙是 HVCI——Hypervisor-Protected Code Integrity，從 Windows 11 22H2 開始預設啟用。它在 Hypervisor 層強制執行驅動簽名，不是在 Kernel 層，這意味著即使你嘗試繞過 PatchGuard，HVCI 還是在更底層擋住你。</a:t>
            </a:r>
          </a:p>
          <a:p/>
          <a:p>
            <a:r>
              <a:t>結論：技術上可以花時間嘗試，工程上完全不應該嘗試。學術界到目前（2026 年）為止沒有任何成功從 Windows 標準 WiFi NIC 提取 CSI 的公開案例。</a:t>
            </a:r>
          </a:p>
          <a:p/>
          <a:p>
            <a:r>
              <a:t>如果你真的必須在 Windows 環境取得 CSI，唯一的合法路徑是使用 NI USRP 軟體定義無線電搭配 PicoScenes——但硬體成本遠高於 AX200 加 Linux 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0A0A"/>
              </a:gs>
              <a:gs pos="100000">
                <a:srgbClr val="18181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gradFill rotWithShape="1">
            <a:gsLst>
              <a:gs pos="0">
                <a:srgbClr val="282828"/>
              </a:gs>
              <a:gs pos="100000">
                <a:srgbClr val="10101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gradFill rotWithShape="1">
            <a:gsLst>
              <a:gs pos="0">
                <a:srgbClr val="101010"/>
              </a:gs>
              <a:gs pos="100000">
                <a:srgbClr val="05050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18181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C8C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Calibri"/>
              </a:rPr>
              <a:t>2026-04-08    v5.3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前言：為什麼需要 CSI？（Slide 3）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第一段：基礎架構（Slides 5–7）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802.11 RF 信號路徑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PHY / MAC 與 CSI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OSI 7 層 vs Windows 元件對應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第二段：Windows 驅動堆疊（Slides 10–16）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OEM.sys / nwifi.sys / NDIS / WDI（逐層解析）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架構總覽與 CSI 消失點分析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第三段：替代方案（Slides 18–21）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Linux 生態 vs Windows 限制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硬體選型建議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第四段：結語與建議（Slides 23–25）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為什麼需要 CSI？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RSSI 的侷限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整體接收功率（單一純量，dBm）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無法區分多路徑效應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無頻率解析度、無相位資訊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只能告訴你「訊號多強」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無法描述「通道長什麼樣子」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CSI 能做什麼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每個 OFDM 子載波的複數增益 H(f)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振幅 + 相位，完整通道資訊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▶ 研究應用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室內定位（ToA / AoA 估測）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手勢辨識、跌倒偵測、呼吸監測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MIMO 波束成形最佳化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▶ 本簡報核心問題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如何在實驗硬體上取得 CSI？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Windows 為何做不到？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接收 RF 信號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信號數位化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子載波分離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封包還原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上送至驅動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05 / 26</a:t>
            </a:r>
          </a:p>
        </p:txBody>
      </p:sp>
      <p:pic>
        <p:nvPicPr>
          <p:cNvPr id="21" name="Picture 20" descr="slide03_rf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1828800" cy="1033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RSSI（傳統方式）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整體接收功率（單一數值）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單位：dBm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無法區分多路徑效應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精度低，只反映總體信號強度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⚠ CSI 不在 MAC 協定範圍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PHY 解調後存於 NIC 韌體暫存器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MAC 只收到已解調的 802.11 frame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結論：CSI 旅程的第一個截斷點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06 / 26</a:t>
            </a:r>
          </a:p>
        </p:txBody>
      </p:sp>
      <p:pic>
        <p:nvPicPr>
          <p:cNvPr id="17" name="Picture 16" descr="slide04_csi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017520"/>
            <a:ext cx="1645920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基礎架構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從 NIC 硬體向上：逐層解析 CSI 消失的原因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要去哪？軟體層的問題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NIC 韌體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CSI 計算於此
存放於暫存器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Windows
驅動堆疊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多層軟體元件
（本段逐層解析）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應用程式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研究目標
想在此取得 CSI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PHY 工程師熟悉左側；本段目標：找出中間黑盒子裡，CSI 在哪一層消失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職責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直接與 NIC 硬體暫存器溝通（MMIO/PCI）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控制 RF 參數（頻道、頻寬、TX 功率）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管理 DMA 傳輸（TX/RX 封包緩衝）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實作 NDIS Miniport 介面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上報硬體事件給 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範例（各廠商）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Intel：iwlwifi（Linux）/ netwtw*.sys（Windows）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Qualcomm/Atheros：ath*.sys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Broadcom：bcmwl*.sys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⚠ OEM.sys 是唯一能讀取 CSI 的軟體元件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但它選擇不向上層暴露此資料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10 / 26</a:t>
            </a:r>
          </a:p>
        </p:txBody>
      </p:sp>
      <p:pic>
        <p:nvPicPr>
          <p:cNvPr id="17" name="Picture 16" descr="slide08_nic_hard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26080"/>
            <a:ext cx="2103120" cy="1179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儲存於暫存器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RX 封包緩衝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9A9A9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9A9A9A"/>
                </a:solidFill>
                <a:latin typeface="Calibri"/>
              </a:rPr>
              <a:t>IP 封包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職責：802.11 連線管理（Native 802.11 架構，Windows 10 起由 WDI 取代但概念相同）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向上暴露的介面：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SSID / RSSI / 連線狀態 / 頻道 / 連線速率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⚠ 不暴露任何 PHY 層原始資料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設計目標是連線管理，不是 RF 量測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NDIS 設計目標：跨廠商通用介面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OID 機制提供：SSID / RSSI / 掃描 / 統計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1A1A1A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▶ 為什麼無法標準化 CSI？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Intel 5300：30 個子載波群組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Atheros AR9380：56 個子載波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● 結論：通用性的代價 = 丟棄廠商私有 PHY 細節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WDI 改變了什麼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WLAN Device Driver Interface（WDI）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Win10 引入，取代部分 NDIS WiFi 介面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將驅動分為：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IHV 元件（UMDF，User Mode）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WDI 框架（KMDF，Kernel Mode）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降低藍屏風險（User Mode crash 不致命）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簡化 IHV 驅動開發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WDI 對 CSI 的影響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❌ WDI Task/Property 定義中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WDITASK 清單（部分）：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TaskScan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TaskConnect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TaskDisconnect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架構更新，但 CSI 缺席問題未解決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gradFill rotWithShape="1">
            <a:gsLst>
              <a:gs pos="0">
                <a:srgbClr val="353535"/>
              </a:gs>
              <a:gs pos="100000">
                <a:srgbClr val="3C3C3C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User Mode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gradFill rotWithShape="1">
            <a:gsLst>
              <a:gs pos="0">
                <a:srgbClr val="424242"/>
              </a:gs>
              <a:gs pos="100000">
                <a:srgbClr val="4B4B4B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User Mode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gradFill rotWithShape="1">
            <a:gsLst>
              <a:gs pos="0">
                <a:srgbClr val="4E4E4E"/>
              </a:gs>
              <a:gs pos="100000">
                <a:srgbClr val="595959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gradFill rotWithShape="1">
            <a:gsLst>
              <a:gs pos="0">
                <a:srgbClr val="5A5A5A"/>
              </a:gs>
              <a:gs pos="100000">
                <a:srgbClr val="676767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gradFill rotWithShape="1">
            <a:gsLst>
              <a:gs pos="0">
                <a:srgbClr val="666666"/>
              </a:gs>
              <a:gs pos="100000">
                <a:srgbClr val="757575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gradFill rotWithShape="1">
            <a:gsLst>
              <a:gs pos="0">
                <a:srgbClr val="727272"/>
              </a:gs>
              <a:gs pos="100000">
                <a:srgbClr val="838383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gradFill rotWithShape="1">
            <a:gsLst>
              <a:gs pos="0">
                <a:srgbClr val="7E7E7E"/>
              </a:gs>
              <a:gs pos="100000">
                <a:srgbClr val="909090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Kernel Mode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gradFill rotWithShape="1">
            <a:gsLst>
              <a:gs pos="0">
                <a:srgbClr val="8A8A8A"/>
              </a:gs>
              <a:gs pos="100000">
                <a:srgbClr val="9E9E9E"/>
              </a:gs>
            </a:gsLst>
            <a:lin scaled="0" ang="0"/>
          </a:gra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Hardware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無法感知 CSI 存在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只處理 IP 封包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555555"/>
          </a:solidFill>
          <a:ln w="317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878"/>
                </a:solidFill>
                <a:latin typeface="Calibri"/>
              </a:rPr>
              <a:t>無 CSI OID 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能不能直接破解 OEM.sys？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2/4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理論路徑（四種）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① 逆向 IOCTL（IDA Pro / Ghidra）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枚舉 netwtw*.sys dispatch table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② Kernel Hook，攔截 DMA Buffer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在 MiniportReceivePackets 插入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③ 韌體 Patch（類 Nexmon 手法）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修改 NIC 韌體暴露 CSI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④ NDIS Filter Driver 夾層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插入 OEM.sys 與 nwifi.sys 之間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現實障礙（Win11 22H2+）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⛔ DSE：驅動必須有 WHQL 簽名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⛔ PatchGuard：Kernel patch 觸發 BSOD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⛔ HVCI（Win11 22H2 起預設啟用）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 Hypervisor 層強制 CI，無法繞過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⛔ Intel 韌體閉源：格式未知，無文件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⛔ 更新碎裂：每次 driver update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 IOCTL offset 可能改變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結論：技術上「可以嘗試」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    工程上「不應嘗試」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學術界（2026）零成功案例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唯一 Windows 可行路徑：PicoScenes + NI USRP（SDR）——但硬體成本遠高於 AX200 + 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Linux 驅動架構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cfg80211：802.11 設定框架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mac80211：軟體 MAC 實作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關鍵差異：開源驅動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iwlwifi（Intel）可修改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ath9k（Atheros）可修改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debugfs 介面：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/sys/kernel/debug/ieee80211/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部分驅動在此暴露 CSI 原始資料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Calibri"/>
              </a:rPr>
              <a:t>Windows 的根本差異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OEM.sys 為閉源二進位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NDIS 介面固定，無擴充 CSI 的機制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無等同 debugfs 的 PHY 資料介面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1A1A1A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</a:rPr>
              <a:t>→ Linux 的可行性來自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開源 + 可修改驅動 + 彈性的核心介面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646464"/>
                </a:solidFill>
              </a:rPr>
              <a:t>  不是 Windows 的「bug」，是設計哲學差異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19 / 26</a:t>
            </a:r>
          </a:p>
        </p:txBody>
      </p:sp>
      <p:pic>
        <p:nvPicPr>
          <p:cNvPr id="17" name="Picture 16" descr="slide15_linux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26080"/>
            <a:ext cx="2057400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18181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A9A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CYW43455 (原BCM43455)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28282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50505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9728"/>
            <a:ext cx="9144000" cy="0"/>
          </a:xfrm>
          <a:prstGeom prst="line">
            <a:avLst/>
          </a:prstGeom>
          <a:ln w="63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383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9A9A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545454"/>
          </a:solidFill>
          <a:ln w="12700">
            <a:solidFill>
              <a:srgbClr val="9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555555"/>
          </a:solidFill>
          <a:ln w="317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878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303030"/>
          </a:solidFill>
          <a:ln w="3175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CSI 在此計算完成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727272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1. 選硬體先確認 CSI 工具支援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2. 優先 Linux 環境採集 CSI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9A9A9A"/>
                </a:solidFill>
              </a:rPr>
              <a:t>3. 避免的坑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OEM 私有 IOCTL（每次驅動更新後失效）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VM 取 CSI（時序精度受 Hypervisor 影響）</a:t>
            </a:r>
          </a:p>
          <a:p>
            <a:pPr lvl="1">
              <a:spcBef>
                <a:spcPts val="100"/>
              </a:spcBef>
            </a:pPr>
            <a:r>
              <a:rPr sz="1500">
                <a:solidFill>
                  <a:srgbClr val="646464"/>
                </a:solidFill>
              </a:rPr>
              <a:t>  · ❌ 未在支援清單上的網卡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42424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"/>
          </a:xfrm>
          <a:prstGeom prst="rect">
            <a:avLst/>
          </a:prstGeom>
          <a:gradFill rotWithShape="1">
            <a:gsLst>
              <a:gs pos="0">
                <a:srgbClr val="707070"/>
              </a:gs>
              <a:gs pos="100000">
                <a:srgbClr val="30303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gradFill rotWithShape="1">
            <a:gsLst>
              <a:gs pos="0">
                <a:srgbClr val="9A9A9A"/>
              </a:gs>
              <a:gs pos="100000">
                <a:srgbClr val="42424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Section 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[1] D. Halperin et al., Tool Release: Gathering 802.11n Traces with CSI, ACM SIGCOMM CCR, Vol. 41, No. 1,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[5] Y. Xie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A9A9A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181818"/>
              </a:gs>
              <a:gs pos="100000">
                <a:srgbClr val="38383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C0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0C0C0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