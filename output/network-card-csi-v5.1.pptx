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E1E1E"/>
              </a:gs>
              <a:gs pos="100000">
                <a:srgbClr val="2A2A2A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0C0C0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09090"/>
                </a:solidFill>
                <a:latin typeface="Calibri"/>
              </a:rPr>
              <a:t>2026-04-07    v4.0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第一段：基礎架構（Slides 3–5）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802.11 RF 信號路徑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PHY / MAC 與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OSI 7 層 vs Windows 元件對應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第二段：Windows 驅動堆疊（Slides 6–13）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OEM.sys / nwifi.sys / NDIS / WDI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CSI 消失點分析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第三段：替代方案（Slides 14–17）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Linux 生態 vs Windows 限制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硬體選型建議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第四段：結語與建議（Slides 18–20）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1/4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接收 RF 信號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信號數位化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子載波分離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封包還原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上送至驅動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1/4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RSSI（傳統方式）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整體接收功率（單一數值）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單位：dBm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無法區分多路徑效應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精度低，只反映總體信號強度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C1C1C"/>
                </a:solidFill>
              </a:rPr>
              <a:t>⚠ CSI 不在 MAC 協定範圍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PHY 解調後存於 NIC 韌體暫存器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MAC 只收到已解調的 802.11 frame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結論：CSI 旅程的第一個截斷點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OEM.sys → nwifi.sys → NDIS → WinSock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gradFill rotWithShape="1">
            <a:gsLst>
              <a:gs pos="0">
                <a:srgbClr val="1C1C1C"/>
              </a:gs>
              <a:gs pos="100000">
                <a:srgbClr val="202020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User Mode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72727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User Mode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gradFill rotWithShape="1">
            <a:gsLst>
              <a:gs pos="0">
                <a:srgbClr val="282828"/>
              </a:gs>
              <a:gs pos="100000">
                <a:srgbClr val="2E2E2E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gradFill rotWithShape="1">
            <a:gsLst>
              <a:gs pos="0">
                <a:srgbClr val="2E2E2E"/>
              </a:gs>
              <a:gs pos="100000">
                <a:srgbClr val="343434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gradFill rotWithShape="1">
            <a:gsLst>
              <a:gs pos="0">
                <a:srgbClr val="353535"/>
              </a:gs>
              <a:gs pos="100000">
                <a:srgbClr val="3C3C3C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gradFill rotWithShape="1">
            <a:gsLst>
              <a:gs pos="0">
                <a:srgbClr val="3B3B3B"/>
              </a:gs>
              <a:gs pos="100000">
                <a:srgbClr val="434343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gradFill rotWithShape="1">
            <a:gsLst>
              <a:gs pos="0">
                <a:srgbClr val="414141"/>
              </a:gs>
              <a:gs pos="100000">
                <a:srgbClr val="4A4A4A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Kernel Mode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gradFill rotWithShape="1">
            <a:gsLst>
              <a:gs pos="0">
                <a:srgbClr val="484848"/>
              </a:gs>
              <a:gs pos="100000">
                <a:srgbClr val="525252"/>
              </a:gs>
            </a:gsLst>
            <a:lin scaled="0" ang="0"/>
          </a:gra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Hardware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職責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直接與 NIC 硬體暫存器溝通（MMIO/PCI）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控制 RF 參數（頻道、頻寬、TX 功率）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管理 DMA 傳輸（TX/RX 封包緩衝）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實作 NDIS Miniport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上報硬體事件給 nwifi.sys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範例（各廠商）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Intel：iwlwifi（Linux）/ netwtw*.sys（Windows）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Qualcomm/Atheros：ath*.sys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Broadcom：bcmwl*.sys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C1C1C"/>
                </a:solidFill>
              </a:rPr>
              <a:t>⚠ OEM.sys 是唯一能讀取 CSI 的軟體元件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但它選擇不向上層暴露此資料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儲存於暫存器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RX 封包緩衝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5050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C1C1C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505050"/>
                </a:solidFill>
                <a:latin typeface="Calibri"/>
              </a:rPr>
              <a:t>IP 封包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505050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505050"/>
                </a:solidFill>
              </a:rPr>
              <a:t>▶ 向上暴露的介面：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SSID / RSSI / 連線狀態 / 頻道 / 連線速率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505050"/>
                </a:solidFill>
              </a:rPr>
              <a:t>⚠ 不暴露任何 PHY 層原始資料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設計目標是連線管理，不是 RF 量測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NDIS 設計目標：跨廠商通用介面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OID 機制提供：SSID / RSSI / 掃描 / 統計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1C1C1C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505050"/>
                </a:solidFill>
              </a:rPr>
              <a:t>▶ 為什麼無法標準化 CSI？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Intel 5300：30 個子載波群組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Atheros AR9380：56 個子載波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C1C1C"/>
                </a:solidFill>
              </a:rPr>
              <a:t>● 結論：通用性的代價 = 丟棄廠商私有 PHY 細節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WDI 改變了什麼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WLAN Device Driver Interface（WDI）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Win10 引入，取代部分 NDIS WiFi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將驅動分為：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IHV 元件（UMDF，User Mode）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WDI 框架（KMDF，Kernel Mode）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降低藍屏風險（User Mode crash 不致命）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簡化 IHV 驅動開發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WDI 對 CSI 的影響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C1C1C"/>
                </a:solidFill>
              </a:rPr>
              <a:t>❌ WDI Task/Property 定義中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WDITASK 清單（部分）：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TaskScan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TaskConnect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TaskDisconnect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→ 架構更新，但 CSI 缺席問題未解決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2C2C2C"/>
          </a:soli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無法感知 CSI 存在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2C2C2C"/>
          </a:soli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只處理 IP 封包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5A5A5A"/>
          </a:solidFill>
          <a:ln w="317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A7A"/>
                </a:solidFill>
                <a:latin typeface="Calibri"/>
              </a:rPr>
              <a:t>無 CSI OID 定義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0707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08080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Windows 驅動堆疊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Linux 驅動架構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cfg80211：802.11 設定框架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mac80211：軟體 MAC 實作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關鍵差異：開源驅動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iwlwifi（Intel）可修改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ath9k（Atheros）可修改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debugfs 介面：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/sys/kernel/debug/ieee80211/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部分驅動在此暴露 CSI 原始資料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5050"/>
                </a:solidFill>
                <a:latin typeface="Calibri"/>
              </a:rPr>
              <a:t>Windows 的根本差異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C1C1C"/>
                </a:solidFill>
              </a:rPr>
              <a:t>✗ OEM.sys 為閉源二進位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C1C1C"/>
                </a:solidFill>
              </a:rPr>
              <a:t>✗ NDIS 介面固定，無擴充 CSI 的機制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C1C1C"/>
                </a:solidFill>
              </a:rPr>
              <a:t>✗ 無等同 debugfs 的 PHY 資料介面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C1C1C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C1C1C"/>
                </a:solidFill>
              </a:rPr>
              <a:t>→ Linux 的可行性來自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開源 + 可修改驅動 + 彈性的核心介面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B6B6B"/>
                </a:solidFill>
              </a:rPr>
              <a:t>  不是 Windows 的「bug」，是設計哲學差異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2A2A2A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05050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C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222222"/>
              </a:gs>
              <a:gs pos="100000">
                <a:srgbClr val="2E2E2E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33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05050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2C2C2C"/>
          </a:solidFill>
          <a:ln w="1270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A5A5A"/>
          </a:solidFill>
          <a:ln w="317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A7A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A3A3A"/>
          </a:solidFill>
          <a:ln w="317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70707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08080"/>
                </a:solidFill>
                <a:latin typeface="Calibri"/>
              </a:rPr>
              <a:t>CSI 在此計算完成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0707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08080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505050"/>
                </a:solidFill>
              </a:rPr>
              <a:t>1. 選硬體先確認 CSI 工具支援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505050"/>
                </a:solidFill>
              </a:rPr>
              <a:t>2. 優先 Linux 環境採集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505050"/>
                </a:solidFill>
              </a:rPr>
              <a:t>3. 避免的坑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❌ OEM 私有 IOCTL（每次驅動更新後失效）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❌ VM 取 CSI（時序精度受 Hypervisor 影響）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B6B6B"/>
                </a:solidFill>
              </a:rPr>
              <a:t>  · ❌ 未在支援清單上的網卡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63636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Section 4/4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505050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2A2A2A"/>
              </a:gs>
              <a:gs pos="100000">
                <a:srgbClr val="343434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0B0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B0B0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