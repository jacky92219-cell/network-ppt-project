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 層的工作是管理「誰可以在什麼時候傳送資料」，以及確保資料的正確性。CSMA/CA 是避免碰撞的機制，ACK 確認每個封包有被收到。</a:t>
            </a:r>
          </a:p>
          <a:p/>
          <a:p>
            <a:r>
              <a:t>這裡有個重要的觀念：MAC 層完全不負責 CSI。CSI 是 PHY 層的 side-channel 資訊，不在 802.11 協定的 MAC frame 定義裡。MAC 層拿到的是已經解調完成的 frame，它不會也不需要知道每個子載波的增益。</a:t>
            </a:r>
          </a:p>
          <a:p/>
          <a:p>
            <a:r>
              <a:t>這是 CSI 在軟體堆疊中「消失」的第一個關卡。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這張投影片總結 CSI 在 MAC 層的關鍵觀念。接下來我們會看到 OS 軟體層如何延續這個問題。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驅動，位於 OEM.sys 上方。它的職責是管理 802.11 的連線狀態。</a:t>
            </a:r>
          </a:p>
          <a:p/>
          <a:p>
            <a:r>
              <a:t>認證、漫遊、省電、掃描——這些都是 nwifi.sys 負責的。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向上暴露的介面非常有限，完全沒有任何 PHY 層原始資訊的傳遞路徑。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這張兩欄表格很清楚地展示了 nwifi.sys 的抽象化代價。</a:t>
            </a:r>
          </a:p>
          <a:p/>
          <a:p>
            <a:r>
              <a:t>左邊是它向上暴露的資訊：SSID、RSSI、連線狀態、安全性設定、頻道、連線速率。這些對於管理 WiFi 連線已經足夠。</a:t>
            </a:r>
          </a:p>
          <a:p/>
          <a:p>
            <a:r>
              <a:t>右邊是它不暴露的資訊：CSI、原始 IQ 樣本、每根天線的獨立 RSSI、噪聲圖、硬體時間戳。這些都是 RF 量測需要的資料。</a:t>
            </a:r>
          </a:p>
          <a:p/>
          <a:p>
            <a:r>
              <a:t>從 nwifi.sys 向上，這些 PHY 層資訊已經被永久丟棄，無法恢復。這是架構設計的結果，不是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理解了 OID 機制，就能理解為什麼 CSI 無法透過標準介面取得。</a:t>
            </a:r>
          </a:p>
          <a:p/>
          <a:p>
            <a:r>
              <a:t>NDIS 的核心設計目標是「跨廠商通用性」——讓 Intel 的網卡和 Broadcom 的網卡都可以用相同的 API。這個目標需要取最大公約數：只定義所有廠商都支援的功能。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OID_802_11 系列定義了 SSID、RSSI、掃描等標準操作。但 CSI 是廠商私有的 PHY 細節，不同廠商的 CSI 格式完全不同。把這種廠商差異標準化是不可能的，所以 NDIS 根本沒有嘗試。</a:t>
            </a:r>
          </a:p>
          <a:p/>
          <a:p>
            <a:r>
              <a:t>這就是 NDIS 通用性設計的代價。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linux-80211n-csitool 是 2011 年由 Daniel Halperin 在華盛頓大學開發的，是學術界第一個廣泛使用的 CSI 工具。</a:t>
            </a:r>
          </a:p>
          <a:p/>
          <a:p>
            <a:r>
              <a:t>它的運作原理是：修改 Intel IWL5300 的韌體，讓它在每個接收到的 HT 封包後附加 CSI 矩陣。同時修改 iwlwifi 核心驅動，讓 CSI 資料可以傳到用戶空間。</a:t>
            </a:r>
          </a:p>
          <a:p/>
          <a:p>
            <a:r>
              <a:t>每個 CSI 矩陣是 [Ntx × Nrx × 30] 的複數陣列，30 個子載波群組，每個子載波 8-bit 複數。對 3x3 天線配置來說，每個封包有 9 個矩陣。</a:t>
            </a:r>
          </a:p>
          <a:p/>
          <a:p>
            <a:r>
              <a:t>這個工具非常有歷史意義，但它基於很舊的 Ubuntu 10.04 和 kernel 2.6.36，移植到現代系統需要額外工作。現在有更好的替代方案。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 Windows 替代方案是 raw packet capture，使用 WinPcap 或 Npcap。</a:t>
            </a:r>
          </a:p>
          <a:p/>
          <a:p>
            <a:r>
              <a:t>如果你的網卡支援 Monitor Mode（不是所有 Windows 網卡都支援），你可以用 Wireshark 或類似工具捕獲 802.11 frame。Radiotap header 會包含一些 PHY 資訊，包括 RSSI、資料速率、頻道等。</a:t>
            </a:r>
          </a:p>
          <a:p/>
          <a:p>
            <a:r>
              <a:t>但是——沒有 CSI。Radiotap header 的設計裡根本沒有 CSI 欄位的定義。你拿到的是 frame level 的資訊，不是 subcarrier level 的通道資訊。</a:t>
            </a:r>
          </a:p>
          <a:p/>
          <a:p>
            <a:r>
              <a:t>這個方案適合封包分析和基本的 RF 環境監控，但不能取代 CSI。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第二個方案是透過 OEM 私有 IOCTL 介面。這是最接近在 Windows 上取得 CSI 的方式，但也是風險最高的。</a:t>
            </a:r>
          </a:p>
          <a:p/>
          <a:p>
            <a:r>
              <a:t>你需要用 IDA Pro 或 Ghidra 逆向 OEM.sys，找到可能處理 CSI 的 IOCTL dispatch 函式，確認輸入輸出格式，然後寫程式呼叫它。Intel 的 netwtw*.sys 在某些版本有私有介面，但完全沒有公開文件。</a:t>
            </a:r>
          </a:p>
          <a:p/>
          <a:p>
            <a:r>
              <a:t>實際問題是：每次 Windows Update 或驅動更新，IOCTL code 可能改變，你的程式就壞了。另外，呼叫未簽章的驅動介面可能觸發 Secure Boot 的驗證機制。</a:t>
            </a:r>
          </a:p>
          <a:p/>
          <a:p>
            <a:r>
              <a:t>這個方案我不建議用在任何需要長期維護的系統上。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第三個方案是最實際的工程折衷：雙系統。</a:t>
            </a:r>
          </a:p>
          <a:p/>
          <a:p>
            <a:r>
              <a:t>推薦架構是在同一台機器上安裝 Linux 和 Windows，用 Linux 取 CSI，用 Windows 做後處理。這樣可以充分利用兩個 OS 的優勢：Linux 的 CSI 工具生態 + Windows 的 MATLAB 或其他分析工具。</a:t>
            </a:r>
          </a:p>
          <a:p/>
          <a:p>
            <a:r>
              <a:t>FeitCSI 提供 Live USB 映像，如果你不想安裝 Linux，可以用 USB 開機進 Linux 取資料，完成後重開機回 Windows。</a:t>
            </a:r>
          </a:p>
          <a:p/>
          <a:p>
            <a:r>
              <a:t>VM 方案通常不可行，因為 PCIe 網卡無法直通給 VM，而 USB WiFi 網卡的時序精度在 Hypervisor 下會受影響。</a:t>
            </a:r>
          </a:p>
          <a:p/>
          <a:p>
            <a:r>
              <a:t>結論：雙系統是 RF 工程師最省力的 CSI 採集方案。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這張表快速比較五種方案。</a:t>
            </a:r>
          </a:p>
          <a:p/>
          <a:p>
            <a:r>
              <a:t>難度最低的兩個是 Raw Packet Capture 和 Linux Live USB，但前者根本取不到 CSI。Linux Live USB 是最簡單且可以取到完整 CSI 的方案。</a:t>
            </a:r>
          </a:p>
          <a:p/>
          <a:p>
            <a:r>
              <a:t>雙系統稍微複雜一點，但提供最穩定的長期使用體驗，維護成本也很低。</a:t>
            </a:r>
          </a:p>
          <a:p/>
          <a:p>
            <a:r>
              <a:t>OEM 私有 IOCTL 是唯一可以在 Windows 原生環境取 CSI 的方案，但維護成本極高，我在這裡標注為「極高」是認真的——你需要對每個新版本的驅動都重新逆向。</a:t>
            </a:r>
          </a:p>
          <a:p/>
          <a:p>
            <a:r>
              <a:t>建議：除非有非常強烈的理由必須在 Windows 原生環境取 CSI，否則雙系統就是標準答案。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基於今天的所有內容，給各位幾個具體建議。</a:t>
            </a:r>
          </a:p>
          <a:p/>
          <a:p>
            <a:r>
              <a:t>第一，買硬體前先確認 CSI 工具支援。Intel AX200/AX210 目前是最安全的選擇。</a:t>
            </a:r>
          </a:p>
          <a:p/>
          <a:p>
            <a:r>
              <a:t>第二，用 Linux 取 CSI，PicoScenes 或 FeitCSI 是推薦的工具。雙系統是最穩定的部署方式。</a:t>
            </a:r>
          </a:p>
          <a:p/>
          <a:p>
            <a:r>
              <a:t>第三，Windows 用來做後處理。你的 MATLAB 腳本、Python 分析程式、可視化工具都可以在 Windows 上跑。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今天的演講希望幫助各位在投入 CSI 研究前，對整個架構有清楚的認識，避免走彎路。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9E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3200400"/>
            <a:ext cx="5486400" cy="0"/>
          </a:xfrm>
          <a:prstGeom prst="line">
            <a:avLst/>
          </a:prstGeom>
          <a:ln w="1524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B6F6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FF"/>
                </a:solidFill>
                <a:latin typeface="Calibri"/>
              </a:rPr>
              <a:t>2026-04-07　　v1.1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CC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EFF"/>
                </a:solidFill>
                <a:latin typeface="Calibri"/>
              </a:rPr>
              <a:t>大綱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第一段：基礎架構（Slides 3–6）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802.11 RF 信號路徑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PHY 層與 CSI 定義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MAC 層職責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OSI 7 層 vs Windows 元件對應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第二段：Windows 驅動堆疊（Slides 7–14）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OEM.sys / nwifi.sys / NDIS / WDI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CSI 消失點分析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第三段：替代方案（Slides 15–22）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Linux 生態 vs Windows 限制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硬體選型建議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第四段：結語與建議（Slides 23–25）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CC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802.11 RF 信號路徑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天線
(Antenna)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3172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ADC
類比→數位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信號數位化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OFDM 解調
(Demodulation)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子載波分離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4068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802.11 Frame
解碼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封包還原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9516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MAC 層
處理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上送至驅動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在 OFDM 解調後即可計算：每個子載波的複數增益（振幅 + 相位）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PHY 層：什麼是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RSSI（傳統方式）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整體接收功率（單一數值）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單位：dBm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無法區分多路徑效應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精度低，只反映總體信號強度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CSI（Channel State Information）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每個 OFDM 子載波的複數增益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包含振幅（Amplitude）與相位（Phase）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802.11n：30 個子載波群組（20MHz）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可重建多路徑傳播特性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用途：室內定位、手勢辨識、呼吸偵測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= H(f)：頻域通道矩陣，每對 TX-RX 天線各一組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MAC 層職責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媒介存取控制：CSMA/CA（避免碰撞）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確認機制：ACK frame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Frame 組裝：802.11 Header + Payload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安全：WPA2/3 加解密（CCMP/GCMP）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省電機制：PS-Poll、TWT（Wi-Fi 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CSI 在 MAC 層的狀態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PHY 解調完成後 CSI 儲存於 NIC 韌體/暫存器</a:t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MAC 層不負責傳遞 CSI——只處理 frame 內容</a:t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CSI 屬於 PHY 層 side-channel，不在 802.11 協定範圍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結論：CSI 從 PHY 到 MAC 已無標準傳遞路徑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MAC 層是 CSI 消失旅程的第一站——不是被「擋住」，而是從未被納入協定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OSI 7 層 vs Windows 實際元件對應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存在於 L1，NDIS 介面從 L2a 開始，兩者之間沒有標準橋接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Windows 網路驅動架構總覽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1508760"/>
            <a:ext cx="7315200" cy="502920"/>
          </a:xfrm>
          <a:prstGeom prst="rect">
            <a:avLst/>
          </a:prstGeom>
          <a:solidFill>
            <a:srgbClr val="2D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087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solidFill>
            <a:srgbClr val="2D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WinSock (ws2_32.dll)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574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AFD.sys（Ancillary Function Driver）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060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tcpip.sys（TCP/IP Stack）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54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solidFill>
            <a:srgbClr val="4A208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solidFill>
            <a:srgbClr val="4A208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nwifi.sys（Native WiFi）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00600"/>
            <a:ext cx="7315200" cy="502920"/>
          </a:xfrm>
          <a:prstGeom prst="rect">
            <a:avLst/>
          </a:prstGeom>
          <a:solidFill>
            <a:srgbClr val="7A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OEM.sys（Miniport Driver）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00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49240"/>
            <a:ext cx="7315200" cy="502920"/>
          </a:xfrm>
          <a:prstGeom prst="rect">
            <a:avLst/>
          </a:prstGeom>
          <a:solidFill>
            <a:srgbClr val="3A3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NIC 硬體 + 韌體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349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每層只能透過明確定義的介面與相鄰層溝通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OEM.sys：網卡廠商 Miniport Driver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職責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直接與 NIC 硬體暫存器溝通（MMIO/PCI）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控制 RF 參數（頻道、頻寬、TX 功率）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管理 DMA 傳輸（TX/RX 封包緩衝）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實作 NDIS Miniport 介面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上報硬體事件給 nwifi.sys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範例（各廠商）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Intel：iwlwifi（Linux）/ netwtw*.sys（Windows）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Qualcomm/Atheros：ath*.sys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Broadcom：bcmwl*.sys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MediaTek：mt*.sys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但它選擇不向上層暴露此資料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OEM.sys 是 Windows 驅動堆疊中距離硬體最近的軟體層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OEM.sys 的資料路徑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NIC 韌體
計算 CSI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3172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OEM.sys
DMA 讀取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RX 封包緩衝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NDIS_RECEIVE
_NET_BUFFER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4068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nwifi.sys
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9516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tcpip.sys
→ 應用層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IP 封包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存於 NIC 暫存器，OEM.sys 只將 802.11 frame payload 上報——CSI 從未進入 NDIS 封包結構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nwifi.sys：Windows Native WiFi 驅動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位置：位於 OEM.sys 上方，ndis.sys 下方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主要職責：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802.11 認證流程（Open / WPA2 / WPA3）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漫遊管理（BSS 選擇、重新關聯）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省電模式（Legacy PS / U-APSD）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掃描管理（Passive / Active Scan）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802.11 管理幀處理（Probe / Auth / Assoc）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 暴露的介面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向上暴露兩種介面：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Native WiFi API（wlanapi.dll）→ 應用程式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NDIS OID 介面 → tcpip.sys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⚠ nwifi.sys 不處理、不儲存、不轉發任何 PHY 層原始資料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設計目標：管理 WiFi 連線，不是提供 RF 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 的抽象化：CSI 在此消失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nwifi.sys 向上暴露的資訊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SSID / BSSID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RSSI（接收信號強度）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連線狀態（已連線/斷線）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安全性設定（加密方式）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頻道 / 頻寬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連線速率（Link Speed）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nwifi.sys 不暴露的資訊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CSI（子載波增益矩陣）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原始 IQ 樣本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每根天線的原始 RSSI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噪聲圖（Noise Floor per subcarrier）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封包時間戳（硬體層級）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設計原因：nwifi.sys 的目標是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連線管理，不是 RF 量測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NDIS 介面設計哲學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NDIS = Network Driver Interface Specification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設計目標：跨廠商通用——任何協定 × 任何網卡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OID（Object Identifier）查詢機制：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OID_802_11_SSID       → 查詢/設定 SSID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OID_802_11_RSSI       → 接收信號強度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OID_802_11_BSSID_LIST → 掃描結果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OID_802_11_STATISTICS → 封包統計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NDIS 為什麼沒有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無任何 OID 定義 CSI 查詢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無任何 OID 定義子載波層級資訊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根本原因：標準化需要取最大公約數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Intel 5300：30 個子載波群組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Atheros AR9380：56 個子載波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不同廠商格式完全不同，無法統一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NDIS 的「通用性」正是 CSI 無法取得的根本原因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WDI：Windows 10+ 新驅動模型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WDI 改變了什麼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WLAN Device Driver Interface（WDI）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Win10 引入，取代部分 NDIS WiFi 介面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WDI 框架（KMDF，Kernel Mode）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降低藍屏風險（User Mode crash 不致命）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簡化 IHV 驅動開發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WDI 對 CSI 的影響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 同樣沒有 CSI 相關介面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TaskSendRequest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→ 架構更新，但 CSI 缺席問題未解決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WDI 是架構改進，不是 PHY 資料暴露的嘗試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CSI 消失點分析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005840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 / WinSock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無法感知 CSI 存在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91056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82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只處理 IP 封包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029200" cy="530352"/>
          </a:xfrm>
          <a:prstGeom prst="rect">
            <a:avLst/>
          </a:prstGeom>
          <a:solidFill>
            <a:srgbClr val="6B4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677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 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529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46704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3814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 + 硬體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計算並儲存於此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消失於 OEM.sys ↔ nwifi.sys 介面：OEM.sys 有能力讀取但選擇不轉發，nwifi.sys 也不要求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為什麼 Linux 可以取得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Linux 驅動架構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cfg80211：802.11 設定框架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mac80211：軟體 MAC 實作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nl80211：Netlink 介面（用戶空間↔核心）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brcmfmac（Broadcom）可 patch 韌體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部分驅動在此暴露 CSI 原始資料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Windows 的根本差異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OEM.sys 為閉源二進位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NDIS 介面固定，無擴充 CSI 的機制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無等同 debugfs 的 PHY 資料介面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韌體修改需要 WHQL 簽章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不是 Windows 的「bug」，是設計哲學差異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Linux 的可行性來自開源生態，不是 Windows 的設計缺陷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Linux CSI Tool：linux-80211n-csitool（Intel 5300）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作者：Daniel Halperin（University of Washington，2011）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硬體：Intel WiFi Link 5300（IWL5300），3 天線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運作原理：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1. 修改 Intel 官方韌體（firmware patch）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2. 自訂 iwlwifi 核心驅動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3. 每個 RX 封包附帶 CSI 矩陣（30 個子載波群組）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4. 每個子載波：複數值（8-bit real + 8-bit imag）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平台：Ubuntu 10.04 LTS + kernel 2.6.36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⚠ 歷史性工具，現代 Linux 核心需額外移植工作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資料格式：每個 RX 封包 → CSI 矩陣 [Ntx × Nrx × 30]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GitHub: dhalperi/linux-80211n-csitool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現代 CSI 工具生態（全部 Linux-only）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所有工具均僅支援 Linux——這直接說明了為什麼 Windows 無法取得 CSI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1：Raw Packet Capture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工具：WinPcap / Npcap + Monitor Mode（若網卡支援）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可以取得：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802.11 frame header（MAC Header）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Radiotap Header（部分 PHY 資訊）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RSSI（訊號強度，dBm）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資料速率（MCS index）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頻道資訊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無法取得：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CSI（子載波增益矩陣）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IQ 樣本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多天線個別 RSSI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適用情境：封包分析、協定研究、基本 RF 環境監控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限制：Monitor Mode 在 Windows 支援有限，需特定網卡與驅動版本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2：OEM 私有 IOCTL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原理：部分廠商在 OEM.sys 中保留私有控制介面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透過 DeviceIoControl() 呼叫私有 IOCTL code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需要的工作：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1. 逆向工程 OEM.sys（IDA Pro / Ghidra）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2. 找到處理 CSI 的 IOCTL dispatch 函式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3. 確認輸入/輸出緩衝區格式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4. 撰寫呼叫程式（需以管理員權限執行）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現實情況：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Intel：部分版本 netwtw*.sys 有私有介面，但未公開文件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每次驅動更新後 IOCTL code 可能改變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可能觸發驅動簽章驗證失敗（Win10 Secure Boot）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⚠ 高風險、高維護成本，不建議用於生產環境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3：雙系統 / 虛擬機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最實用的工程折衷方案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架構 A：雙系統（推薦）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同一台機器安裝 Linux + Windows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Linux 環境：使用 PicoScenes / FeitCSI 取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CSI 資料儲存為 .mat / .csv / .bin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重開機進 Windows 進行後處理（MATLAB / Python）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架構 B：USB Live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免安裝，開機從 USB 進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FeitCSI 提供 Live USB 映像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完成採集後重開機回 Windows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架構 C：VM + USB 直通（不推薦）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WiFi 網卡 USB 直通至 Linux VM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延遲與時序精度受 Hypervisor 影響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PCIe 網卡通常無法直通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推薦：雙系統 + 共享資料分割區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替代方案比較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硬體需求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Raw Packet Capture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一般 WiFi 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OEM 私有 IOCTL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特定廠商網卡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部分，不穩定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雙系統（推薦）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VM + USB 直通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USB WiFi 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時序精度差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Linux Live USB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對 RF 工程師的建議：雙系統 + PicoScenes/FeitCSI 是最佳投資報酬比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支援 CSI 的硬體選型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採購建議：Intel AX200 M.2 網卡 + Linux 雙系統 = 最易取得的 CSI 研究平台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完整架構總覽：CSI 的旅程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005840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91056"/>
            <a:ext cx="5029200" cy="530352"/>
          </a:xfrm>
          <a:prstGeom prst="rect">
            <a:avLst/>
          </a:prstGeom>
          <a:solidFill>
            <a:srgbClr val="6B4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 / 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82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677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OEM.sys（唯一機會）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529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46704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3814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在此計算完成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PHY 硬體 + RF 電路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OFDM 解調，子載波分析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Windows 架構的每一層都有合理的設計動機，但合力造成了 CSI 無法取得的結果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給 RF 工程師的建議（1/2）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1. 選硬體前先確認 CSI 工具支援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Intel AX200/AX210 是目前最佳選擇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2. 優先使用 Linux 環境採集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雙系統方案最穩定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3. Windows 定位為後處理平台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MATLAB / Python 分析 CSI 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給 RF 工程師的建議（2/2）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4. 避免的坑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❌ 不要依賴 OEM 私有 IOCTL（維護成本極高）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❌ 不要用 VM 取 CSI（時序不準確）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❌ 不要購買沒有明確工具支援的網卡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5. 推薦資源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· PicoScenes: ps.zpj.io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· FeitCSI: feitcsi.kuskosoft.com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· CSIKit（多格式解析）: github.com/Gi-z/CSIKit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Q&amp;A / 參考資料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9728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ACCFF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[3] Z. Jiang, PicoScenes: Enabling Modern Wi-Fi ISAC Research -- ps.zpj.io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[4] KuskoSoft, FeitCSI: 802.11 CSI Tool -- feitcsi.kuskosoft.com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[6] Microsoft Docs, WDI Miniport Driver Design Guide -- learn.microsoft.com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[7] Microsoft Docs, NDIS Network Interface Architecture -- learn.microsoft.com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